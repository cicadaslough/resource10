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media/image5.JPG" ContentType="image/jpeg"/>
  <Override PartName="/ppt/media/image11.JPG" ContentType="image/jpeg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60" r:id="rId4"/>
    <p:sldId id="263" r:id="rId5"/>
    <p:sldId id="262" r:id="rId6"/>
    <p:sldId id="264" r:id="rId7"/>
    <p:sldId id="270" r:id="rId8"/>
    <p:sldId id="274" r:id="rId9"/>
    <p:sldId id="1424" r:id="rId10"/>
    <p:sldId id="1426" r:id="rId11"/>
    <p:sldId id="1427" r:id="rId12"/>
    <p:sldId id="1428" r:id="rId13"/>
    <p:sldId id="1429" r:id="rId14"/>
    <p:sldId id="1430" r:id="rId15"/>
    <p:sldId id="1431" r:id="rId16"/>
    <p:sldId id="1432" r:id="rId17"/>
    <p:sldId id="1425" r:id="rId18"/>
  </p:sldIdLst>
  <p:sldSz cx="12192000" cy="6858000"/>
  <p:notesSz cx="6858000" cy="9144000"/>
  <p:embeddedFontLst>
    <p:embeddedFont>
      <p:font typeface="思源黑体 CN ExtraLight" panose="02010600030101010101" charset="-122"/>
      <p:regular r:id="rId20"/>
    </p:embeddedFont>
    <p:embeddedFont>
      <p:font typeface="思源黑体 CN Heavy" panose="02010600030101010101" charset="-122"/>
      <p:bold r:id="rId21"/>
    </p:embeddedFont>
    <p:embeddedFont>
      <p:font typeface="Impact" panose="020B0806030902050204" pitchFamily="34" charset="0"/>
      <p:regular r:id="rId22"/>
    </p:embeddedFont>
    <p:embeddedFont>
      <p:font typeface="等线" panose="02010600030101010101" pitchFamily="2" charset="-122"/>
      <p:regular r:id="rId23"/>
      <p:bold r:id="rId24"/>
    </p:embeddedFont>
    <p:embeddedFont>
      <p:font typeface="微软雅黑" panose="020B0503020204020204" pitchFamily="34" charset="-122"/>
      <p:regular r:id="rId25"/>
      <p:bold r:id="rId26"/>
    </p:embeddedFont>
  </p:embeddedFontLst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38" userDrawn="1">
          <p15:clr>
            <a:srgbClr val="A4A3A4"/>
          </p15:clr>
        </p15:guide>
        <p15:guide id="4" pos="7265" userDrawn="1">
          <p15:clr>
            <a:srgbClr val="A4A3A4"/>
          </p15:clr>
        </p15:guide>
        <p15:guide id="5" orient="horz" pos="640" userDrawn="1">
          <p15:clr>
            <a:srgbClr val="A4A3A4"/>
          </p15:clr>
        </p15:guide>
        <p15:guide id="6" orient="horz" pos="754" userDrawn="1">
          <p15:clr>
            <a:srgbClr val="A4A3A4"/>
          </p15:clr>
        </p15:guide>
        <p15:guide id="7" orient="horz" pos="3928" userDrawn="1">
          <p15:clr>
            <a:srgbClr val="A4A3A4"/>
          </p15:clr>
        </p15:guide>
        <p15:guide id="8" orient="horz" pos="3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38" autoAdjust="0"/>
    <p:restoredTop sz="96366" autoAdjust="0"/>
  </p:normalViewPr>
  <p:slideViewPr>
    <p:cSldViewPr snapToGrid="0" showGuides="1">
      <p:cViewPr varScale="1">
        <p:scale>
          <a:sx n="110" d="100"/>
          <a:sy n="110" d="100"/>
        </p:scale>
        <p:origin x="678" y="126"/>
      </p:cViewPr>
      <p:guideLst>
        <p:guide orient="horz" pos="2251"/>
        <p:guide pos="3840"/>
        <p:guide pos="438"/>
        <p:guide pos="7265"/>
        <p:guide orient="horz" pos="640"/>
        <p:guide orient="horz" pos="754"/>
        <p:guide orient="horz" pos="3928"/>
        <p:guide orient="horz" pos="38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7AE68-7457-4C6A-93C4-9D806745E19E}" type="datetimeFigureOut">
              <a:rPr lang="zh-CN" altLang="en-US" smtClean="0"/>
              <a:t>2025/7/13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4D6D7-8E66-4ED8-A73A-468FC76EB3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267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4D6D7-8E66-4ED8-A73A-468FC76EB38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385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E34DD39-1B40-4493-A796-9E8A1EF0D650}"/>
              </a:ext>
            </a:extLst>
          </p:cNvPr>
          <p:cNvSpPr/>
          <p:nvPr userDrawn="1"/>
        </p:nvSpPr>
        <p:spPr>
          <a:xfrm>
            <a:off x="2156638" y="2222205"/>
            <a:ext cx="7878725" cy="2690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/>
              <a:t>原创作品，请勿搬运转卖</a:t>
            </a:r>
          </a:p>
        </p:txBody>
      </p:sp>
    </p:spTree>
    <p:extLst>
      <p:ext uri="{BB962C8B-B14F-4D97-AF65-F5344CB8AC3E}">
        <p14:creationId xmlns:p14="http://schemas.microsoft.com/office/powerpoint/2010/main" val="13904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0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4969631B-2C89-4FEC-8A99-187A3DD789C2}"/>
              </a:ext>
            </a:extLst>
          </p:cNvPr>
          <p:cNvGrpSpPr/>
          <p:nvPr userDrawn="1"/>
        </p:nvGrpSpPr>
        <p:grpSpPr>
          <a:xfrm>
            <a:off x="0" y="389872"/>
            <a:ext cx="684000" cy="409364"/>
            <a:chOff x="0" y="376811"/>
            <a:chExt cx="684000" cy="409364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81BABCF-106F-41E9-8ACF-150E28B5C025}"/>
                </a:ext>
              </a:extLst>
            </p:cNvPr>
            <p:cNvSpPr/>
            <p:nvPr userDrawn="1"/>
          </p:nvSpPr>
          <p:spPr>
            <a:xfrm>
              <a:off x="0" y="376811"/>
              <a:ext cx="684000" cy="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797DA0E-471A-453B-8798-D46830C26DF0}"/>
                </a:ext>
              </a:extLst>
            </p:cNvPr>
            <p:cNvSpPr/>
            <p:nvPr userDrawn="1"/>
          </p:nvSpPr>
          <p:spPr>
            <a:xfrm>
              <a:off x="0" y="714175"/>
              <a:ext cx="684000" cy="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A12A40C-0A56-476D-A630-F6E5FD72625D}"/>
                </a:ext>
              </a:extLst>
            </p:cNvPr>
            <p:cNvSpPr/>
            <p:nvPr userDrawn="1"/>
          </p:nvSpPr>
          <p:spPr>
            <a:xfrm>
              <a:off x="228700" y="545493"/>
              <a:ext cx="455300" cy="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2703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3789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6" r:id="rId2"/>
    <p:sldLayoutId id="2147483657" r:id="rId3"/>
  </p:sldLayoutIdLst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16" userDrawn="1">
          <p15:clr>
            <a:srgbClr val="F26B43"/>
          </p15:clr>
        </p15:guide>
        <p15:guide id="4" pos="7256" userDrawn="1">
          <p15:clr>
            <a:srgbClr val="F26B43"/>
          </p15:clr>
        </p15:guide>
        <p15:guide id="5" orient="horz" pos="648" userDrawn="1">
          <p15:clr>
            <a:srgbClr val="F26B43"/>
          </p15:clr>
        </p15:guide>
        <p15:guide id="6" orient="horz" pos="712" userDrawn="1">
          <p15:clr>
            <a:srgbClr val="F26B43"/>
          </p15:clr>
        </p15:guide>
        <p15:guide id="7" orient="horz" pos="3928" userDrawn="1">
          <p15:clr>
            <a:srgbClr val="F26B43"/>
          </p15:clr>
        </p15:guide>
        <p15:guide id="8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CF02B9A6-196E-46BA-98CD-6F6086EF19AD}"/>
              </a:ext>
            </a:extLst>
          </p:cNvPr>
          <p:cNvGrpSpPr/>
          <p:nvPr/>
        </p:nvGrpSpPr>
        <p:grpSpPr>
          <a:xfrm>
            <a:off x="0" y="-346816"/>
            <a:ext cx="12192001" cy="7204816"/>
            <a:chOff x="0" y="-346815"/>
            <a:chExt cx="12192001" cy="720481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4167BBC-4265-447E-B485-A1D961AFE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0" y="1"/>
              <a:ext cx="12192000" cy="6858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8E0B7D01-1CE9-4F1B-903B-0DC2D77DE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484"/>
            <a:stretch>
              <a:fillRect/>
            </a:stretch>
          </p:blipFill>
          <p:spPr>
            <a:xfrm>
              <a:off x="3569368" y="-346815"/>
              <a:ext cx="8622633" cy="7204816"/>
            </a:xfrm>
            <a:custGeom>
              <a:avLst/>
              <a:gdLst>
                <a:gd name="connsiteX0" fmla="*/ 0 w 8422105"/>
                <a:gd name="connsiteY0" fmla="*/ 0 h 7037261"/>
                <a:gd name="connsiteX1" fmla="*/ 8422105 w 8422105"/>
                <a:gd name="connsiteY1" fmla="*/ 0 h 7037261"/>
                <a:gd name="connsiteX2" fmla="*/ 8422105 w 8422105"/>
                <a:gd name="connsiteY2" fmla="*/ 7037261 h 7037261"/>
                <a:gd name="connsiteX3" fmla="*/ 0 w 8422105"/>
                <a:gd name="connsiteY3" fmla="*/ 7037261 h 7037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22105" h="7037261">
                  <a:moveTo>
                    <a:pt x="0" y="0"/>
                  </a:moveTo>
                  <a:lnTo>
                    <a:pt x="8422105" y="0"/>
                  </a:lnTo>
                  <a:lnTo>
                    <a:pt x="8422105" y="7037261"/>
                  </a:lnTo>
                  <a:lnTo>
                    <a:pt x="0" y="7037261"/>
                  </a:lnTo>
                  <a:close/>
                </a:path>
              </a:pathLst>
            </a:custGeom>
            <a:ln>
              <a:noFill/>
            </a:ln>
          </p:spPr>
        </p:pic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F4CA7958-FCD9-4A14-B9CD-C843C21392DB}"/>
              </a:ext>
            </a:extLst>
          </p:cNvPr>
          <p:cNvSpPr/>
          <p:nvPr/>
        </p:nvSpPr>
        <p:spPr>
          <a:xfrm>
            <a:off x="922421" y="2741444"/>
            <a:ext cx="6846829" cy="6784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52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合肥迪措机电有限公司业务能力介绍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54224A-4A9F-4CDE-A590-3109FE7242B1}"/>
              </a:ext>
            </a:extLst>
          </p:cNvPr>
          <p:cNvSpPr/>
          <p:nvPr/>
        </p:nvSpPr>
        <p:spPr>
          <a:xfrm>
            <a:off x="1031135" y="3675674"/>
            <a:ext cx="6629400" cy="6784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zh-CN" sz="1400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BUSINESS COMPANY INTRODUCTION</a:t>
            </a:r>
            <a:endParaRPr lang="zh-CN" altLang="en-US" sz="1400" dirty="0">
              <a:solidFill>
                <a:schemeClr val="bg1"/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F3F9C83-9DE4-4A7B-8CE2-D021EB59CA7B}"/>
              </a:ext>
            </a:extLst>
          </p:cNvPr>
          <p:cNvSpPr/>
          <p:nvPr/>
        </p:nvSpPr>
        <p:spPr>
          <a:xfrm>
            <a:off x="922421" y="4579372"/>
            <a:ext cx="5064865" cy="6784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中国</a:t>
            </a:r>
            <a:r>
              <a:rPr lang="en-US" altLang="zh-CN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-</a:t>
            </a:r>
            <a:r>
              <a:rPr lang="zh-CN" altLang="en-US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合肥           </a:t>
            </a:r>
            <a:r>
              <a:rPr lang="en-US" altLang="zh-CN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2025</a:t>
            </a:r>
            <a:r>
              <a:rPr lang="zh-CN" altLang="en-US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年</a:t>
            </a:r>
            <a:r>
              <a:rPr lang="en-US" altLang="zh-CN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04</a:t>
            </a:r>
            <a:r>
              <a:rPr lang="zh-CN" altLang="en-US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686320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4167BBC-4265-447E-B485-A1D961AFE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A9538A1-5AE3-4EEE-933A-5F4B047AC429}"/>
              </a:ext>
            </a:extLst>
          </p:cNvPr>
          <p:cNvSpPr/>
          <p:nvPr/>
        </p:nvSpPr>
        <p:spPr>
          <a:xfrm>
            <a:off x="1660355" y="638259"/>
            <a:ext cx="2446423" cy="13635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80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目录</a:t>
            </a:r>
            <a:endParaRPr lang="en-US" altLang="zh-CN" sz="8000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BF3F060E-E84C-4368-9D40-3EE67B81EE8E}"/>
              </a:ext>
            </a:extLst>
          </p:cNvPr>
          <p:cNvGrpSpPr/>
          <p:nvPr/>
        </p:nvGrpSpPr>
        <p:grpSpPr>
          <a:xfrm>
            <a:off x="1660355" y="1795037"/>
            <a:ext cx="3446137" cy="830997"/>
            <a:chOff x="1660355" y="1795037"/>
            <a:chExt cx="3446137" cy="830997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CA013158-ED79-480A-9545-2EC38C623298}"/>
                </a:ext>
              </a:extLst>
            </p:cNvPr>
            <p:cNvSpPr/>
            <p:nvPr/>
          </p:nvSpPr>
          <p:spPr>
            <a:xfrm>
              <a:off x="1660355" y="1795037"/>
              <a:ext cx="595035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 dirty="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C</a:t>
              </a: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880CA593-2983-4D49-A552-804BE987DDD4}"/>
                </a:ext>
              </a:extLst>
            </p:cNvPr>
            <p:cNvSpPr/>
            <p:nvPr/>
          </p:nvSpPr>
          <p:spPr>
            <a:xfrm>
              <a:off x="2057045" y="1795037"/>
              <a:ext cx="668773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O</a:t>
              </a:r>
              <a:endParaRPr lang="en-US" altLang="zh-CN" sz="4800" dirty="0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C921CA00-0123-42F6-8C18-5B577D29B50B}"/>
                </a:ext>
              </a:extLst>
            </p:cNvPr>
            <p:cNvSpPr/>
            <p:nvPr/>
          </p:nvSpPr>
          <p:spPr>
            <a:xfrm>
              <a:off x="2502894" y="1795037"/>
              <a:ext cx="654346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N</a:t>
              </a:r>
              <a:endParaRPr lang="en-US" altLang="zh-CN" sz="4800" dirty="0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171CA273-64A0-4BAD-9BA2-BBAE2CE6FD0F}"/>
                </a:ext>
              </a:extLst>
            </p:cNvPr>
            <p:cNvSpPr/>
            <p:nvPr/>
          </p:nvSpPr>
          <p:spPr>
            <a:xfrm>
              <a:off x="2939124" y="1795037"/>
              <a:ext cx="579005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T</a:t>
              </a:r>
              <a:endParaRPr lang="en-US" altLang="zh-CN" sz="4800" dirty="0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DDE120A8-EA78-4877-B721-8D8D2F8AC993}"/>
                </a:ext>
              </a:extLst>
            </p:cNvPr>
            <p:cNvSpPr/>
            <p:nvPr/>
          </p:nvSpPr>
          <p:spPr>
            <a:xfrm>
              <a:off x="3325128" y="1795037"/>
              <a:ext cx="572593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 dirty="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E</a:t>
              </a: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F74A3E3F-A62A-4EE1-B533-5EA10F9D0C8F}"/>
                </a:ext>
              </a:extLst>
            </p:cNvPr>
            <p:cNvSpPr/>
            <p:nvPr/>
          </p:nvSpPr>
          <p:spPr>
            <a:xfrm>
              <a:off x="3706856" y="1795037"/>
              <a:ext cx="654346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N</a:t>
              </a:r>
              <a:endParaRPr lang="en-US" altLang="zh-CN" sz="4800" dirty="0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DD67C578-9311-4E4B-8870-80338613FBC5}"/>
                </a:ext>
              </a:extLst>
            </p:cNvPr>
            <p:cNvSpPr/>
            <p:nvPr/>
          </p:nvSpPr>
          <p:spPr>
            <a:xfrm>
              <a:off x="4143087" y="1795037"/>
              <a:ext cx="579005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T</a:t>
              </a:r>
              <a:endParaRPr lang="en-US" altLang="zh-CN" sz="4800" dirty="0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010C8E54-CE11-49E6-BBA2-E98083135AD7}"/>
                </a:ext>
              </a:extLst>
            </p:cNvPr>
            <p:cNvSpPr/>
            <p:nvPr/>
          </p:nvSpPr>
          <p:spPr>
            <a:xfrm>
              <a:off x="4529090" y="1795037"/>
              <a:ext cx="577402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800">
                  <a:gradFill flip="none" rotWithShape="1">
                    <a:gsLst>
                      <a:gs pos="0">
                        <a:srgbClr val="FFFFFF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0" scaled="1"/>
                    <a:tileRect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S</a:t>
              </a:r>
              <a:endParaRPr lang="en-US" altLang="zh-CN" sz="4800" dirty="0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4DD5D6C7-A171-459E-8DBE-3AD286531F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82" b="2484"/>
          <a:stretch/>
        </p:blipFill>
        <p:spPr>
          <a:xfrm flipH="1">
            <a:off x="0" y="-346816"/>
            <a:ext cx="8141370" cy="7204816"/>
          </a:xfrm>
          <a:custGeom>
            <a:avLst/>
            <a:gdLst>
              <a:gd name="connsiteX0" fmla="*/ 0 w 8422105"/>
              <a:gd name="connsiteY0" fmla="*/ 0 h 7037261"/>
              <a:gd name="connsiteX1" fmla="*/ 8422105 w 8422105"/>
              <a:gd name="connsiteY1" fmla="*/ 0 h 7037261"/>
              <a:gd name="connsiteX2" fmla="*/ 8422105 w 8422105"/>
              <a:gd name="connsiteY2" fmla="*/ 7037261 h 7037261"/>
              <a:gd name="connsiteX3" fmla="*/ 0 w 8422105"/>
              <a:gd name="connsiteY3" fmla="*/ 7037261 h 703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22105" h="7037261">
                <a:moveTo>
                  <a:pt x="0" y="0"/>
                </a:moveTo>
                <a:lnTo>
                  <a:pt x="8422105" y="0"/>
                </a:lnTo>
                <a:lnTo>
                  <a:pt x="8422105" y="7037261"/>
                </a:lnTo>
                <a:lnTo>
                  <a:pt x="0" y="7037261"/>
                </a:lnTo>
                <a:close/>
              </a:path>
            </a:pathLst>
          </a:custGeom>
          <a:ln>
            <a:noFill/>
          </a:ln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B66C391E-E712-48AA-845D-2274E4073326}"/>
              </a:ext>
            </a:extLst>
          </p:cNvPr>
          <p:cNvSpPr/>
          <p:nvPr/>
        </p:nvSpPr>
        <p:spPr>
          <a:xfrm rot="1920449">
            <a:off x="97826" y="1131367"/>
            <a:ext cx="2415557" cy="1934625"/>
          </a:xfrm>
          <a:prstGeom prst="rect">
            <a:avLst/>
          </a:prstGeom>
          <a:noFill/>
          <a:ln>
            <a:noFill/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accent1"/>
                </a:solidFill>
                <a:latin typeface="Impact" panose="020B0806030902050204" pitchFamily="34" charset="0"/>
              </a:rPr>
              <a:t>LOGO</a:t>
            </a:r>
            <a:endParaRPr lang="zh-CN" altLang="en-US" sz="60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CFDFA99-2934-415F-9843-6C8F776CBFD9}"/>
              </a:ext>
            </a:extLst>
          </p:cNvPr>
          <p:cNvGrpSpPr/>
          <p:nvPr/>
        </p:nvGrpSpPr>
        <p:grpSpPr>
          <a:xfrm>
            <a:off x="7221807" y="2150081"/>
            <a:ext cx="4335007" cy="770068"/>
            <a:chOff x="6986333" y="1571881"/>
            <a:chExt cx="4335007" cy="77006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80F14F90-6263-45DD-BDF2-586CF7F5CBD7}"/>
                </a:ext>
              </a:extLst>
            </p:cNvPr>
            <p:cNvGrpSpPr/>
            <p:nvPr/>
          </p:nvGrpSpPr>
          <p:grpSpPr>
            <a:xfrm>
              <a:off x="7831385" y="1571881"/>
              <a:ext cx="3489955" cy="770068"/>
              <a:chOff x="7593729" y="1893193"/>
              <a:chExt cx="3489955" cy="770068"/>
            </a:xfrm>
          </p:grpSpPr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8F061185-8A88-46C7-8F4D-ECED3EB9A2CD}"/>
                  </a:ext>
                </a:extLst>
              </p:cNvPr>
              <p:cNvSpPr txBox="1"/>
              <p:nvPr/>
            </p:nvSpPr>
            <p:spPr>
              <a:xfrm flipH="1">
                <a:off x="7593730" y="1893193"/>
                <a:ext cx="171580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/>
                    <a:ea typeface="微软雅黑"/>
                  </a:rPr>
                  <a:t>公司团队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/>
                  <a:ea typeface="微软雅黑"/>
                </a:endParaRP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0EF2A691-5E87-4162-BCA0-218FBD8B5340}"/>
                  </a:ext>
                </a:extLst>
              </p:cNvPr>
              <p:cNvSpPr/>
              <p:nvPr/>
            </p:nvSpPr>
            <p:spPr>
              <a:xfrm flipH="1">
                <a:off x="7593729" y="2318167"/>
                <a:ext cx="3489955" cy="3450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COMPANY TEAM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BD7F3985-C71A-4B04-B442-45D13344DE15}"/>
                </a:ext>
              </a:extLst>
            </p:cNvPr>
            <p:cNvSpPr txBox="1"/>
            <p:nvPr/>
          </p:nvSpPr>
          <p:spPr>
            <a:xfrm>
              <a:off x="6986333" y="1602972"/>
              <a:ext cx="75533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ea typeface="微软雅黑"/>
                </a:rPr>
                <a:t>01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DD899599-2CDA-45B3-8036-0E2039E6E222}"/>
              </a:ext>
            </a:extLst>
          </p:cNvPr>
          <p:cNvGrpSpPr/>
          <p:nvPr/>
        </p:nvGrpSpPr>
        <p:grpSpPr>
          <a:xfrm>
            <a:off x="7221807" y="3327170"/>
            <a:ext cx="4172447" cy="806232"/>
            <a:chOff x="6986333" y="2738711"/>
            <a:chExt cx="4172447" cy="806232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AC4F8A79-745D-494C-904F-1EEA288C3CC6}"/>
                </a:ext>
              </a:extLst>
            </p:cNvPr>
            <p:cNvGrpSpPr/>
            <p:nvPr/>
          </p:nvGrpSpPr>
          <p:grpSpPr>
            <a:xfrm>
              <a:off x="7831385" y="2738711"/>
              <a:ext cx="3327395" cy="806232"/>
              <a:chOff x="7753443" y="3003882"/>
              <a:chExt cx="3327395" cy="806232"/>
            </a:xfrm>
          </p:grpSpPr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0CE338B-4446-4688-9387-A93057E5A835}"/>
                  </a:ext>
                </a:extLst>
              </p:cNvPr>
              <p:cNvSpPr txBox="1"/>
              <p:nvPr/>
            </p:nvSpPr>
            <p:spPr>
              <a:xfrm flipH="1">
                <a:off x="7753445" y="3003882"/>
                <a:ext cx="2682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业务能力</a:t>
                </a:r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/>
                  <a:ea typeface="微软雅黑"/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47F76CF2-D97A-4C98-8F4D-D4E47E6A2492}"/>
                  </a:ext>
                </a:extLst>
              </p:cNvPr>
              <p:cNvSpPr/>
              <p:nvPr/>
            </p:nvSpPr>
            <p:spPr>
              <a:xfrm flipH="1">
                <a:off x="7753443" y="3428856"/>
                <a:ext cx="3327395" cy="3812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SERVICE CAPABILITY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</p:grp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46FC5BA8-7AF7-4C94-B86C-4881ACB3B128}"/>
                </a:ext>
              </a:extLst>
            </p:cNvPr>
            <p:cNvSpPr txBox="1"/>
            <p:nvPr/>
          </p:nvSpPr>
          <p:spPr>
            <a:xfrm>
              <a:off x="6986333" y="2787884"/>
              <a:ext cx="75533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ea typeface="微软雅黑"/>
                </a:rPr>
                <a:t>02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24921C0-1CDC-4B55-927F-9D6B45895138}"/>
              </a:ext>
            </a:extLst>
          </p:cNvPr>
          <p:cNvGrpSpPr/>
          <p:nvPr/>
        </p:nvGrpSpPr>
        <p:grpSpPr>
          <a:xfrm>
            <a:off x="7221808" y="4540423"/>
            <a:ext cx="4172446" cy="806232"/>
            <a:chOff x="6986333" y="3962425"/>
            <a:chExt cx="4172446" cy="806232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C49AB6D5-24D1-44B3-A66E-630757D21C5C}"/>
                </a:ext>
              </a:extLst>
            </p:cNvPr>
            <p:cNvGrpSpPr/>
            <p:nvPr/>
          </p:nvGrpSpPr>
          <p:grpSpPr>
            <a:xfrm>
              <a:off x="7831385" y="3962425"/>
              <a:ext cx="3327394" cy="806232"/>
              <a:chOff x="7883595" y="4114571"/>
              <a:chExt cx="3327394" cy="806232"/>
            </a:xfrm>
          </p:grpSpPr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E14C8C2F-A9AE-49F6-9A87-072416862C7C}"/>
                  </a:ext>
                </a:extLst>
              </p:cNvPr>
              <p:cNvSpPr txBox="1"/>
              <p:nvPr/>
            </p:nvSpPr>
            <p:spPr>
              <a:xfrm flipH="1">
                <a:off x="7883596" y="4114571"/>
                <a:ext cx="2682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b="1" dirty="0">
                    <a:solidFill>
                      <a:schemeClr val="bg1"/>
                    </a:solidFill>
                    <a:latin typeface="微软雅黑"/>
                    <a:ea typeface="微软雅黑"/>
                  </a:rPr>
                  <a:t>经典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/>
                    <a:ea typeface="微软雅黑"/>
                  </a:rPr>
                  <a:t>案例</a:t>
                </a:r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/>
                  <a:ea typeface="微软雅黑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FEB2FCBE-719C-4507-9BB7-3C2F12B7E6E5}"/>
                  </a:ext>
                </a:extLst>
              </p:cNvPr>
              <p:cNvSpPr/>
              <p:nvPr/>
            </p:nvSpPr>
            <p:spPr>
              <a:xfrm flipH="1">
                <a:off x="7883595" y="4539545"/>
                <a:ext cx="3327394" cy="3812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SUCCESSFUL CASES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</p:grp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436D93EC-D904-4078-B46D-6103F619A17E}"/>
                </a:ext>
              </a:extLst>
            </p:cNvPr>
            <p:cNvSpPr txBox="1"/>
            <p:nvPr/>
          </p:nvSpPr>
          <p:spPr>
            <a:xfrm>
              <a:off x="6986333" y="4011598"/>
              <a:ext cx="75533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ea typeface="微软雅黑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5118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4167BBC-4265-447E-B485-A1D961AFE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DD5D6C7-A171-459E-8DBE-3AD286531F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82" b="2484"/>
          <a:stretch/>
        </p:blipFill>
        <p:spPr>
          <a:xfrm flipH="1">
            <a:off x="0" y="-346816"/>
            <a:ext cx="8141370" cy="7204816"/>
          </a:xfrm>
          <a:custGeom>
            <a:avLst/>
            <a:gdLst>
              <a:gd name="connsiteX0" fmla="*/ 0 w 8422105"/>
              <a:gd name="connsiteY0" fmla="*/ 0 h 7037261"/>
              <a:gd name="connsiteX1" fmla="*/ 8422105 w 8422105"/>
              <a:gd name="connsiteY1" fmla="*/ 0 h 7037261"/>
              <a:gd name="connsiteX2" fmla="*/ 8422105 w 8422105"/>
              <a:gd name="connsiteY2" fmla="*/ 7037261 h 7037261"/>
              <a:gd name="connsiteX3" fmla="*/ 0 w 8422105"/>
              <a:gd name="connsiteY3" fmla="*/ 7037261 h 703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22105" h="7037261">
                <a:moveTo>
                  <a:pt x="0" y="0"/>
                </a:moveTo>
                <a:lnTo>
                  <a:pt x="8422105" y="0"/>
                </a:lnTo>
                <a:lnTo>
                  <a:pt x="8422105" y="7037261"/>
                </a:lnTo>
                <a:lnTo>
                  <a:pt x="0" y="7037261"/>
                </a:lnTo>
                <a:close/>
              </a:path>
            </a:pathLst>
          </a:custGeom>
          <a:ln>
            <a:noFill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A9538A1-5AE3-4EEE-933A-5F4B047AC429}"/>
              </a:ext>
            </a:extLst>
          </p:cNvPr>
          <p:cNvSpPr/>
          <p:nvPr/>
        </p:nvSpPr>
        <p:spPr>
          <a:xfrm>
            <a:off x="7965148" y="1685884"/>
            <a:ext cx="3098520" cy="1955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3900" dirty="0">
                <a:solidFill>
                  <a:schemeClr val="lt1">
                    <a:alpha val="25000"/>
                  </a:schemeClr>
                </a:solidFill>
                <a:latin typeface="Impact" panose="020B0806030902050204" pitchFamily="34" charset="0"/>
                <a:ea typeface="思源黑体 CN Heavy" panose="020B0A00000000000000" pitchFamily="34" charset="-122"/>
              </a:rPr>
              <a:t>01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D5E3A0-6F89-4DF8-99EF-8F5059A611FB}"/>
              </a:ext>
            </a:extLst>
          </p:cNvPr>
          <p:cNvSpPr/>
          <p:nvPr/>
        </p:nvSpPr>
        <p:spPr>
          <a:xfrm>
            <a:off x="7711148" y="2237948"/>
            <a:ext cx="3352520" cy="850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PART ONE</a:t>
            </a:r>
            <a:endParaRPr lang="zh-CN" altLang="en-US" sz="4800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7F893E3-0E6C-465B-BBC5-FA1151755468}"/>
              </a:ext>
            </a:extLst>
          </p:cNvPr>
          <p:cNvGrpSpPr/>
          <p:nvPr/>
        </p:nvGrpSpPr>
        <p:grpSpPr>
          <a:xfrm>
            <a:off x="7886767" y="3875205"/>
            <a:ext cx="3255281" cy="1764583"/>
            <a:chOff x="7759769" y="3648984"/>
            <a:chExt cx="3255281" cy="1764583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8C50049-C212-4620-9361-349067E2FD69}"/>
                </a:ext>
              </a:extLst>
            </p:cNvPr>
            <p:cNvSpPr/>
            <p:nvPr/>
          </p:nvSpPr>
          <p:spPr>
            <a:xfrm>
              <a:off x="7759769" y="3648984"/>
              <a:ext cx="3255281" cy="12232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400" dirty="0"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公司团队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6E7F4D4B-07FC-4243-BA45-8A3CEA4C22FE}"/>
                </a:ext>
              </a:extLst>
            </p:cNvPr>
            <p:cNvSpPr/>
            <p:nvPr/>
          </p:nvSpPr>
          <p:spPr>
            <a:xfrm>
              <a:off x="7871896" y="4190355"/>
              <a:ext cx="3031027" cy="12232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ExtraLight" panose="020B0200000000000000" pitchFamily="34" charset="-122"/>
                  <a:ea typeface="思源黑体 CN ExtraLight" panose="020B0200000000000000" pitchFamily="34" charset="-122"/>
                </a:rPr>
                <a:t>COMPANY  TEAM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E190974C-237C-4B0D-B3EA-2B658F52B9E4}"/>
              </a:ext>
            </a:extLst>
          </p:cNvPr>
          <p:cNvSpPr/>
          <p:nvPr/>
        </p:nvSpPr>
        <p:spPr>
          <a:xfrm rot="1920449">
            <a:off x="97826" y="1131367"/>
            <a:ext cx="2415557" cy="1934625"/>
          </a:xfrm>
          <a:prstGeom prst="rect">
            <a:avLst/>
          </a:prstGeom>
          <a:noFill/>
          <a:ln>
            <a:noFill/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accent1"/>
                </a:solidFill>
                <a:latin typeface="Impact" panose="020B0806030902050204" pitchFamily="34" charset="0"/>
              </a:rPr>
              <a:t>LOGO</a:t>
            </a:r>
            <a:endParaRPr lang="zh-CN" altLang="en-US" sz="60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583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2AA07C4-4160-43AE-8765-80F62019D308}"/>
              </a:ext>
            </a:extLst>
          </p:cNvPr>
          <p:cNvSpPr/>
          <p:nvPr/>
        </p:nvSpPr>
        <p:spPr>
          <a:xfrm>
            <a:off x="660400" y="340035"/>
            <a:ext cx="54356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核心团队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COMPANY TEAM</a:t>
            </a:r>
            <a:endParaRPr lang="en-US" altLang="zh-CN" sz="24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C6A34C-EBB0-4868-B830-1A5BFF7CA75B}"/>
              </a:ext>
            </a:extLst>
          </p:cNvPr>
          <p:cNvSpPr/>
          <p:nvPr/>
        </p:nvSpPr>
        <p:spPr>
          <a:xfrm>
            <a:off x="0" y="4992772"/>
            <a:ext cx="12192000" cy="1865227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男人和女人站在一起&#10;&#10;描述已自动生成">
            <a:extLst>
              <a:ext uri="{FF2B5EF4-FFF2-40B4-BE49-F238E27FC236}">
                <a16:creationId xmlns:a16="http://schemas.microsoft.com/office/drawing/2014/main" id="{9B75A997-C811-4DE5-A50A-356556D83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58395" y="840785"/>
            <a:ext cx="5081205" cy="6017215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5E2206B7-A6D6-4B8A-892A-75F8CE51AF39}"/>
              </a:ext>
            </a:extLst>
          </p:cNvPr>
          <p:cNvGrpSpPr/>
          <p:nvPr/>
        </p:nvGrpSpPr>
        <p:grpSpPr>
          <a:xfrm>
            <a:off x="1208091" y="1218086"/>
            <a:ext cx="6147055" cy="1947071"/>
            <a:chOff x="1253259" y="1663024"/>
            <a:chExt cx="6147055" cy="1947071"/>
          </a:xfrm>
        </p:grpSpPr>
        <p:sp>
          <p:nvSpPr>
            <p:cNvPr id="9" name="KOPPT">
              <a:extLst>
                <a:ext uri="{FF2B5EF4-FFF2-40B4-BE49-F238E27FC236}">
                  <a16:creationId xmlns:a16="http://schemas.microsoft.com/office/drawing/2014/main" id="{A7A3D442-1987-4BF8-85D5-16D884B395B5}"/>
                </a:ext>
              </a:extLst>
            </p:cNvPr>
            <p:cNvSpPr txBox="1"/>
            <p:nvPr/>
          </p:nvSpPr>
          <p:spPr>
            <a:xfrm>
              <a:off x="2044627" y="1663024"/>
              <a:ext cx="5355687" cy="19470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叶自强</a:t>
              </a:r>
              <a:endParaRPr lang="en-US" altLang="zh-CN" b="1" dirty="0"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大连理工大学能动专业硕士、十年仿真开发经验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航空发动机一维二维几何建模、网格划分、求解器开发；核工业反应堆仿真系统前处理建模与可视化；航空制造线束协同设计平台设计与开发；界面定制引擎架构设计与研发；以及求解器集成、云原生探索等。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KOPPT">
              <a:extLst>
                <a:ext uri="{FF2B5EF4-FFF2-40B4-BE49-F238E27FC236}">
                  <a16:creationId xmlns:a16="http://schemas.microsoft.com/office/drawing/2014/main" id="{17CC7EA0-FAEE-42DD-979D-5A012B86A127}"/>
                </a:ext>
              </a:extLst>
            </p:cNvPr>
            <p:cNvSpPr/>
            <p:nvPr/>
          </p:nvSpPr>
          <p:spPr>
            <a:xfrm>
              <a:off x="1253259" y="1699479"/>
              <a:ext cx="720000" cy="720000"/>
            </a:xfrm>
            <a:prstGeom prst="roundRect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01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CB0991E-EBC2-45CF-AAB1-9F251F730A45}"/>
              </a:ext>
            </a:extLst>
          </p:cNvPr>
          <p:cNvGrpSpPr/>
          <p:nvPr/>
        </p:nvGrpSpPr>
        <p:grpSpPr>
          <a:xfrm>
            <a:off x="1208091" y="3066147"/>
            <a:ext cx="5973944" cy="1352358"/>
            <a:chOff x="1253259" y="1663025"/>
            <a:chExt cx="5973944" cy="1352358"/>
          </a:xfrm>
        </p:grpSpPr>
        <p:sp>
          <p:nvSpPr>
            <p:cNvPr id="13" name="KOPPT">
              <a:extLst>
                <a:ext uri="{FF2B5EF4-FFF2-40B4-BE49-F238E27FC236}">
                  <a16:creationId xmlns:a16="http://schemas.microsoft.com/office/drawing/2014/main" id="{D9F97D7B-9901-4086-ACE6-C952B07FBEBD}"/>
                </a:ext>
              </a:extLst>
            </p:cNvPr>
            <p:cNvSpPr txBox="1"/>
            <p:nvPr/>
          </p:nvSpPr>
          <p:spPr>
            <a:xfrm>
              <a:off x="2044627" y="1663025"/>
              <a:ext cx="5182576" cy="135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李文</a:t>
              </a:r>
              <a:endParaRPr lang="en-US" altLang="zh-CN" b="1" dirty="0"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华中科技大学材料专业硕士、八年仿真开发经验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网格划分和科学数据可视化，主要聚焦航空发动机的流体域网格划分和流场可视化、舰面环境发动机尾喷流噪声域网格划分和可视化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KOPPT">
              <a:extLst>
                <a:ext uri="{FF2B5EF4-FFF2-40B4-BE49-F238E27FC236}">
                  <a16:creationId xmlns:a16="http://schemas.microsoft.com/office/drawing/2014/main" id="{EDF67F63-C3C5-4C08-898E-4E165088292A}"/>
                </a:ext>
              </a:extLst>
            </p:cNvPr>
            <p:cNvSpPr/>
            <p:nvPr/>
          </p:nvSpPr>
          <p:spPr>
            <a:xfrm>
              <a:off x="1253259" y="1699479"/>
              <a:ext cx="720000" cy="720000"/>
            </a:xfrm>
            <a:prstGeom prst="roundRect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8516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65E2AEA-D664-448B-ACF5-6B593D61CAA1}"/>
              </a:ext>
            </a:extLst>
          </p:cNvPr>
          <p:cNvSpPr/>
          <p:nvPr/>
        </p:nvSpPr>
        <p:spPr>
          <a:xfrm>
            <a:off x="660400" y="340035"/>
            <a:ext cx="54356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团队荣誉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TEAM HONOR</a:t>
            </a:r>
            <a:endParaRPr lang="en-US" altLang="zh-CN" sz="24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51" name="www.koppt.cn">
            <a:extLst>
              <a:ext uri="{FF2B5EF4-FFF2-40B4-BE49-F238E27FC236}">
                <a16:creationId xmlns:a16="http://schemas.microsoft.com/office/drawing/2014/main" id="{EAED8603-968C-4527-8A4E-90C715A2EFEF}"/>
              </a:ext>
            </a:extLst>
          </p:cNvPr>
          <p:cNvSpPr txBox="1"/>
          <p:nvPr/>
        </p:nvSpPr>
        <p:spPr>
          <a:xfrm>
            <a:off x="1421289" y="3621869"/>
            <a:ext cx="1620931" cy="345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敏捷开发培训证书</a:t>
            </a: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C7CA2BF0-C716-4B35-A387-759B6BCCC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70" r="23970"/>
          <a:stretch/>
        </p:blipFill>
        <p:spPr>
          <a:xfrm rot="5400000">
            <a:off x="1353551" y="1925486"/>
            <a:ext cx="1756407" cy="1219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54" name="组合 53">
            <a:extLst>
              <a:ext uri="{FF2B5EF4-FFF2-40B4-BE49-F238E27FC236}">
                <a16:creationId xmlns:a16="http://schemas.microsoft.com/office/drawing/2014/main" id="{A9901D29-A1E8-4A83-A9BB-9D27DCC70AB4}"/>
              </a:ext>
            </a:extLst>
          </p:cNvPr>
          <p:cNvGrpSpPr/>
          <p:nvPr/>
        </p:nvGrpSpPr>
        <p:grpSpPr>
          <a:xfrm>
            <a:off x="801722" y="1492009"/>
            <a:ext cx="2860065" cy="1924291"/>
            <a:chOff x="1645736" y="1972506"/>
            <a:chExt cx="1745013" cy="817160"/>
          </a:xfr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1"/>
            <a:tileRect/>
          </a:gradFill>
        </p:grpSpPr>
        <p:sp>
          <p:nvSpPr>
            <p:cNvPr id="52" name="www.koppt.cn">
              <a:extLst>
                <a:ext uri="{FF2B5EF4-FFF2-40B4-BE49-F238E27FC236}">
                  <a16:creationId xmlns:a16="http://schemas.microsoft.com/office/drawing/2014/main" id="{01708BE0-E42E-4758-8B7B-3822E108D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099" y="1972506"/>
              <a:ext cx="501650" cy="815634"/>
            </a:xfrm>
            <a:custGeom>
              <a:avLst/>
              <a:gdLst>
                <a:gd name="connsiteX0" fmla="*/ 39623 w 501650"/>
                <a:gd name="connsiteY0" fmla="*/ 752169 h 815634"/>
                <a:gd name="connsiteX1" fmla="*/ 82903 w 501650"/>
                <a:gd name="connsiteY1" fmla="*/ 756980 h 815634"/>
                <a:gd name="connsiteX2" fmla="*/ 148250 w 501650"/>
                <a:gd name="connsiteY2" fmla="*/ 803361 h 815634"/>
                <a:gd name="connsiteX3" fmla="*/ 149225 w 501650"/>
                <a:gd name="connsiteY3" fmla="*/ 805335 h 815634"/>
                <a:gd name="connsiteX4" fmla="*/ 57544 w 501650"/>
                <a:gd name="connsiteY4" fmla="*/ 813229 h 815634"/>
                <a:gd name="connsiteX5" fmla="*/ 0 w 501650"/>
                <a:gd name="connsiteY5" fmla="*/ 768822 h 815634"/>
                <a:gd name="connsiteX6" fmla="*/ 39623 w 501650"/>
                <a:gd name="connsiteY6" fmla="*/ 752169 h 815634"/>
                <a:gd name="connsiteX7" fmla="*/ 140799 w 501650"/>
                <a:gd name="connsiteY7" fmla="*/ 716767 h 815634"/>
                <a:gd name="connsiteX8" fmla="*/ 184272 w 501650"/>
                <a:gd name="connsiteY8" fmla="*/ 718494 h 815634"/>
                <a:gd name="connsiteX9" fmla="*/ 255587 w 501650"/>
                <a:gd name="connsiteY9" fmla="*/ 759940 h 815634"/>
                <a:gd name="connsiteX10" fmla="*/ 153010 w 501650"/>
                <a:gd name="connsiteY10" fmla="*/ 773756 h 815634"/>
                <a:gd name="connsiteX11" fmla="*/ 103187 w 501650"/>
                <a:gd name="connsiteY11" fmla="*/ 737243 h 815634"/>
                <a:gd name="connsiteX12" fmla="*/ 140799 w 501650"/>
                <a:gd name="connsiteY12" fmla="*/ 716767 h 815634"/>
                <a:gd name="connsiteX13" fmla="*/ 261584 w 501650"/>
                <a:gd name="connsiteY13" fmla="*/ 663326 h 815634"/>
                <a:gd name="connsiteX14" fmla="*/ 350838 w 501650"/>
                <a:gd name="connsiteY14" fmla="*/ 681854 h 815634"/>
                <a:gd name="connsiteX15" fmla="*/ 342011 w 501650"/>
                <a:gd name="connsiteY15" fmla="*/ 687705 h 815634"/>
                <a:gd name="connsiteX16" fmla="*/ 281200 w 501650"/>
                <a:gd name="connsiteY16" fmla="*/ 719886 h 815634"/>
                <a:gd name="connsiteX17" fmla="*/ 201754 w 501650"/>
                <a:gd name="connsiteY17" fmla="*/ 707208 h 815634"/>
                <a:gd name="connsiteX18" fmla="*/ 198812 w 501650"/>
                <a:gd name="connsiteY18" fmla="*/ 704283 h 815634"/>
                <a:gd name="connsiteX19" fmla="*/ 196850 w 501650"/>
                <a:gd name="connsiteY19" fmla="*/ 702332 h 815634"/>
                <a:gd name="connsiteX20" fmla="*/ 261584 w 501650"/>
                <a:gd name="connsiteY20" fmla="*/ 663326 h 815634"/>
                <a:gd name="connsiteX21" fmla="*/ 131763 w 501650"/>
                <a:gd name="connsiteY21" fmla="*/ 633412 h 815634"/>
                <a:gd name="connsiteX22" fmla="*/ 125859 w 501650"/>
                <a:gd name="connsiteY22" fmla="*/ 648239 h 815634"/>
                <a:gd name="connsiteX23" fmla="*/ 92403 w 501650"/>
                <a:gd name="connsiteY23" fmla="*/ 704580 h 815634"/>
                <a:gd name="connsiteX24" fmla="*/ 15652 w 501650"/>
                <a:gd name="connsiteY24" fmla="*/ 735222 h 815634"/>
                <a:gd name="connsiteX25" fmla="*/ 12700 w 501650"/>
                <a:gd name="connsiteY25" fmla="*/ 734233 h 815634"/>
                <a:gd name="connsiteX26" fmla="*/ 55012 w 501650"/>
                <a:gd name="connsiteY26" fmla="*/ 659112 h 815634"/>
                <a:gd name="connsiteX27" fmla="*/ 131763 w 501650"/>
                <a:gd name="connsiteY27" fmla="*/ 633412 h 815634"/>
                <a:gd name="connsiteX28" fmla="*/ 385441 w 501650"/>
                <a:gd name="connsiteY28" fmla="*/ 588085 h 815634"/>
                <a:gd name="connsiteX29" fmla="*/ 428625 w 501650"/>
                <a:gd name="connsiteY29" fmla="*/ 594226 h 815634"/>
                <a:gd name="connsiteX30" fmla="*/ 358743 w 501650"/>
                <a:gd name="connsiteY30" fmla="*/ 649371 h 815634"/>
                <a:gd name="connsiteX31" fmla="*/ 284924 w 501650"/>
                <a:gd name="connsiteY31" fmla="*/ 647366 h 815634"/>
                <a:gd name="connsiteX32" fmla="*/ 281971 w 501650"/>
                <a:gd name="connsiteY32" fmla="*/ 646363 h 815634"/>
                <a:gd name="connsiteX33" fmla="*/ 280987 w 501650"/>
                <a:gd name="connsiteY33" fmla="*/ 644358 h 815634"/>
                <a:gd name="connsiteX34" fmla="*/ 342995 w 501650"/>
                <a:gd name="connsiteY34" fmla="*/ 590216 h 815634"/>
                <a:gd name="connsiteX35" fmla="*/ 385441 w 501650"/>
                <a:gd name="connsiteY35" fmla="*/ 588085 h 815634"/>
                <a:gd name="connsiteX36" fmla="*/ 203220 w 501650"/>
                <a:gd name="connsiteY36" fmla="*/ 555625 h 815634"/>
                <a:gd name="connsiteX37" fmla="*/ 205199 w 501650"/>
                <a:gd name="connsiteY37" fmla="*/ 567436 h 815634"/>
                <a:gd name="connsiteX38" fmla="*/ 203220 w 501650"/>
                <a:gd name="connsiteY38" fmla="*/ 648144 h 815634"/>
                <a:gd name="connsiteX39" fmla="*/ 152750 w 501650"/>
                <a:gd name="connsiteY39" fmla="*/ 703262 h 815634"/>
                <a:gd name="connsiteX40" fmla="*/ 146812 w 501650"/>
                <a:gd name="connsiteY40" fmla="*/ 623538 h 815634"/>
                <a:gd name="connsiteX41" fmla="*/ 193324 w 501650"/>
                <a:gd name="connsiteY41" fmla="*/ 565467 h 815634"/>
                <a:gd name="connsiteX42" fmla="*/ 203220 w 501650"/>
                <a:gd name="connsiteY42" fmla="*/ 555625 h 815634"/>
                <a:gd name="connsiteX43" fmla="*/ 484188 w 501650"/>
                <a:gd name="connsiteY43" fmla="*/ 495300 h 815634"/>
                <a:gd name="connsiteX44" fmla="*/ 481255 w 501650"/>
                <a:gd name="connsiteY44" fmla="*/ 501253 h 815634"/>
                <a:gd name="connsiteX45" fmla="*/ 427475 w 501650"/>
                <a:gd name="connsiteY45" fmla="*/ 562768 h 815634"/>
                <a:gd name="connsiteX46" fmla="*/ 354139 w 501650"/>
                <a:gd name="connsiteY46" fmla="*/ 575667 h 815634"/>
                <a:gd name="connsiteX47" fmla="*/ 351206 w 501650"/>
                <a:gd name="connsiteY47" fmla="*/ 574674 h 815634"/>
                <a:gd name="connsiteX48" fmla="*/ 349250 w 501650"/>
                <a:gd name="connsiteY48" fmla="*/ 573682 h 815634"/>
                <a:gd name="connsiteX49" fmla="*/ 381518 w 501650"/>
                <a:gd name="connsiteY49" fmla="*/ 520104 h 815634"/>
                <a:gd name="connsiteX50" fmla="*/ 439209 w 501650"/>
                <a:gd name="connsiteY50" fmla="*/ 499269 h 815634"/>
                <a:gd name="connsiteX51" fmla="*/ 484188 w 501650"/>
                <a:gd name="connsiteY51" fmla="*/ 495300 h 815634"/>
                <a:gd name="connsiteX52" fmla="*/ 254336 w 501650"/>
                <a:gd name="connsiteY52" fmla="*/ 493712 h 815634"/>
                <a:gd name="connsiteX53" fmla="*/ 283200 w 501650"/>
                <a:gd name="connsiteY53" fmla="*/ 588602 h 815634"/>
                <a:gd name="connsiteX54" fmla="*/ 253374 w 501650"/>
                <a:gd name="connsiteY54" fmla="*/ 650874 h 815634"/>
                <a:gd name="connsiteX55" fmla="*/ 224511 w 501650"/>
                <a:gd name="connsiteY55" fmla="*/ 571799 h 815634"/>
                <a:gd name="connsiteX56" fmla="*/ 254336 w 501650"/>
                <a:gd name="connsiteY56" fmla="*/ 493712 h 815634"/>
                <a:gd name="connsiteX57" fmla="*/ 299839 w 501650"/>
                <a:gd name="connsiteY57" fmla="*/ 428625 h 815634"/>
                <a:gd name="connsiteX58" fmla="*/ 342503 w 501650"/>
                <a:gd name="connsiteY58" fmla="*/ 499696 h 815634"/>
                <a:gd name="connsiteX59" fmla="*/ 331589 w 501650"/>
                <a:gd name="connsiteY59" fmla="*/ 579651 h 815634"/>
                <a:gd name="connsiteX60" fmla="*/ 328612 w 501650"/>
                <a:gd name="connsiteY60" fmla="*/ 582612 h 815634"/>
                <a:gd name="connsiteX61" fmla="*/ 284956 w 501650"/>
                <a:gd name="connsiteY61" fmla="*/ 498709 h 815634"/>
                <a:gd name="connsiteX62" fmla="*/ 291901 w 501650"/>
                <a:gd name="connsiteY62" fmla="*/ 454289 h 815634"/>
                <a:gd name="connsiteX63" fmla="*/ 299839 w 501650"/>
                <a:gd name="connsiteY63" fmla="*/ 428625 h 815634"/>
                <a:gd name="connsiteX64" fmla="*/ 500675 w 501650"/>
                <a:gd name="connsiteY64" fmla="*/ 398462 h 815634"/>
                <a:gd name="connsiteX65" fmla="*/ 501650 w 501650"/>
                <a:gd name="connsiteY65" fmla="*/ 400450 h 815634"/>
                <a:gd name="connsiteX66" fmla="*/ 442175 w 501650"/>
                <a:gd name="connsiteY66" fmla="*/ 480980 h 815634"/>
                <a:gd name="connsiteX67" fmla="*/ 377825 w 501650"/>
                <a:gd name="connsiteY67" fmla="*/ 491916 h 815634"/>
                <a:gd name="connsiteX68" fmla="*/ 399275 w 501650"/>
                <a:gd name="connsiteY68" fmla="*/ 439224 h 815634"/>
                <a:gd name="connsiteX69" fmla="*/ 463625 w 501650"/>
                <a:gd name="connsiteY69" fmla="*/ 405421 h 815634"/>
                <a:gd name="connsiteX70" fmla="*/ 500675 w 501650"/>
                <a:gd name="connsiteY70" fmla="*/ 398462 h 815634"/>
                <a:gd name="connsiteX71" fmla="*/ 322112 w 501650"/>
                <a:gd name="connsiteY71" fmla="*/ 323850 h 815634"/>
                <a:gd name="connsiteX72" fmla="*/ 366519 w 501650"/>
                <a:gd name="connsiteY72" fmla="*/ 378603 h 815634"/>
                <a:gd name="connsiteX73" fmla="*/ 380035 w 501650"/>
                <a:gd name="connsiteY73" fmla="*/ 430422 h 815634"/>
                <a:gd name="connsiteX74" fmla="*/ 367485 w 501650"/>
                <a:gd name="connsiteY74" fmla="*/ 471487 h 815634"/>
                <a:gd name="connsiteX75" fmla="*/ 319216 w 501650"/>
                <a:gd name="connsiteY75" fmla="*/ 419667 h 815634"/>
                <a:gd name="connsiteX76" fmla="*/ 322112 w 501650"/>
                <a:gd name="connsiteY76" fmla="*/ 323850 h 815634"/>
                <a:gd name="connsiteX77" fmla="*/ 488950 w 501650"/>
                <a:gd name="connsiteY77" fmla="*/ 274637 h 815634"/>
                <a:gd name="connsiteX78" fmla="*/ 467458 w 501650"/>
                <a:gd name="connsiteY78" fmla="*/ 367786 h 815634"/>
                <a:gd name="connsiteX79" fmla="*/ 413727 w 501650"/>
                <a:gd name="connsiteY79" fmla="*/ 407987 h 815634"/>
                <a:gd name="connsiteX80" fmla="*/ 408842 w 501650"/>
                <a:gd name="connsiteY80" fmla="*/ 407987 h 815634"/>
                <a:gd name="connsiteX81" fmla="*/ 418612 w 501650"/>
                <a:gd name="connsiteY81" fmla="*/ 332487 h 815634"/>
                <a:gd name="connsiteX82" fmla="*/ 450850 w 501650"/>
                <a:gd name="connsiteY82" fmla="*/ 300130 h 815634"/>
                <a:gd name="connsiteX83" fmla="*/ 488950 w 501650"/>
                <a:gd name="connsiteY83" fmla="*/ 274637 h 815634"/>
                <a:gd name="connsiteX84" fmla="*/ 317500 w 501650"/>
                <a:gd name="connsiteY84" fmla="*/ 222250 h 815634"/>
                <a:gd name="connsiteX85" fmla="*/ 319462 w 501650"/>
                <a:gd name="connsiteY85" fmla="*/ 222250 h 815634"/>
                <a:gd name="connsiteX86" fmla="*/ 381268 w 501650"/>
                <a:gd name="connsiteY86" fmla="*/ 274836 h 815634"/>
                <a:gd name="connsiteX87" fmla="*/ 395003 w 501650"/>
                <a:gd name="connsiteY87" fmla="*/ 357187 h 815634"/>
                <a:gd name="connsiteX88" fmla="*/ 328292 w 501650"/>
                <a:gd name="connsiteY88" fmla="*/ 299640 h 815634"/>
                <a:gd name="connsiteX89" fmla="*/ 318481 w 501650"/>
                <a:gd name="connsiteY89" fmla="*/ 248047 h 815634"/>
                <a:gd name="connsiteX90" fmla="*/ 317500 w 501650"/>
                <a:gd name="connsiteY90" fmla="*/ 222250 h 815634"/>
                <a:gd name="connsiteX91" fmla="*/ 440475 w 501650"/>
                <a:gd name="connsiteY91" fmla="*/ 147637 h 815634"/>
                <a:gd name="connsiteX92" fmla="*/ 443427 w 501650"/>
                <a:gd name="connsiteY92" fmla="*/ 151570 h 815634"/>
                <a:gd name="connsiteX93" fmla="*/ 455233 w 501650"/>
                <a:gd name="connsiteY93" fmla="*/ 231211 h 815634"/>
                <a:gd name="connsiteX94" fmla="*/ 412929 w 501650"/>
                <a:gd name="connsiteY94" fmla="*/ 300037 h 815634"/>
                <a:gd name="connsiteX95" fmla="*/ 396204 w 501650"/>
                <a:gd name="connsiteY95" fmla="*/ 221379 h 815634"/>
                <a:gd name="connsiteX96" fmla="*/ 440475 w 501650"/>
                <a:gd name="connsiteY96" fmla="*/ 147637 h 815634"/>
                <a:gd name="connsiteX97" fmla="*/ 257554 w 501650"/>
                <a:gd name="connsiteY97" fmla="*/ 114300 h 815634"/>
                <a:gd name="connsiteX98" fmla="*/ 335243 w 501650"/>
                <a:gd name="connsiteY98" fmla="*/ 150686 h 815634"/>
                <a:gd name="connsiteX99" fmla="*/ 366712 w 501650"/>
                <a:gd name="connsiteY99" fmla="*/ 218541 h 815634"/>
                <a:gd name="connsiteX100" fmla="*/ 366712 w 501650"/>
                <a:gd name="connsiteY100" fmla="*/ 223458 h 815634"/>
                <a:gd name="connsiteX101" fmla="*/ 301807 w 501650"/>
                <a:gd name="connsiteY101" fmla="*/ 202807 h 815634"/>
                <a:gd name="connsiteX102" fmla="*/ 274272 w 501650"/>
                <a:gd name="connsiteY102" fmla="*/ 163470 h 815634"/>
                <a:gd name="connsiteX103" fmla="*/ 255587 w 501650"/>
                <a:gd name="connsiteY103" fmla="*/ 115283 h 815634"/>
                <a:gd name="connsiteX104" fmla="*/ 257554 w 501650"/>
                <a:gd name="connsiteY104" fmla="*/ 114300 h 815634"/>
                <a:gd name="connsiteX105" fmla="*/ 378924 w 501650"/>
                <a:gd name="connsiteY105" fmla="*/ 26987 h 815634"/>
                <a:gd name="connsiteX106" fmla="*/ 409208 w 501650"/>
                <a:gd name="connsiteY106" fmla="*/ 112981 h 815634"/>
                <a:gd name="connsiteX107" fmla="*/ 381854 w 501650"/>
                <a:gd name="connsiteY107" fmla="*/ 184149 h 815634"/>
                <a:gd name="connsiteX108" fmla="*/ 349616 w 501650"/>
                <a:gd name="connsiteY108" fmla="*/ 111993 h 815634"/>
                <a:gd name="connsiteX109" fmla="*/ 378924 w 501650"/>
                <a:gd name="connsiteY109" fmla="*/ 26987 h 815634"/>
                <a:gd name="connsiteX110" fmla="*/ 238125 w 501650"/>
                <a:gd name="connsiteY110" fmla="*/ 0 h 815634"/>
                <a:gd name="connsiteX111" fmla="*/ 275385 w 501650"/>
                <a:gd name="connsiteY111" fmla="*/ 18730 h 815634"/>
                <a:gd name="connsiteX112" fmla="*/ 327352 w 501650"/>
                <a:gd name="connsiteY112" fmla="*/ 66047 h 815634"/>
                <a:gd name="connsiteX113" fmla="*/ 337158 w 501650"/>
                <a:gd name="connsiteY113" fmla="*/ 117308 h 815634"/>
                <a:gd name="connsiteX114" fmla="*/ 336177 w 501650"/>
                <a:gd name="connsiteY114" fmla="*/ 122237 h 815634"/>
                <a:gd name="connsiteX115" fmla="*/ 264599 w 501650"/>
                <a:gd name="connsiteY115" fmla="*/ 81820 h 815634"/>
                <a:gd name="connsiteX116" fmla="*/ 238125 w 501650"/>
                <a:gd name="connsiteY116" fmla="*/ 0 h 815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501650" h="815634">
                  <a:moveTo>
                    <a:pt x="39623" y="752169"/>
                  </a:moveTo>
                  <a:cubicBezTo>
                    <a:pt x="53399" y="750072"/>
                    <a:pt x="67785" y="751553"/>
                    <a:pt x="82903" y="756980"/>
                  </a:cubicBezTo>
                  <a:cubicBezTo>
                    <a:pt x="108261" y="767835"/>
                    <a:pt x="128743" y="784611"/>
                    <a:pt x="148250" y="803361"/>
                  </a:cubicBezTo>
                  <a:cubicBezTo>
                    <a:pt x="148250" y="803361"/>
                    <a:pt x="148250" y="804348"/>
                    <a:pt x="149225" y="805335"/>
                  </a:cubicBezTo>
                  <a:cubicBezTo>
                    <a:pt x="118990" y="813229"/>
                    <a:pt x="88755" y="819150"/>
                    <a:pt x="57544" y="813229"/>
                  </a:cubicBezTo>
                  <a:cubicBezTo>
                    <a:pt x="33161" y="808295"/>
                    <a:pt x="10728" y="791519"/>
                    <a:pt x="0" y="768822"/>
                  </a:cubicBezTo>
                  <a:cubicBezTo>
                    <a:pt x="12679" y="759941"/>
                    <a:pt x="25846" y="754266"/>
                    <a:pt x="39623" y="752169"/>
                  </a:cubicBezTo>
                  <a:close/>
                  <a:moveTo>
                    <a:pt x="140799" y="716767"/>
                  </a:moveTo>
                  <a:cubicBezTo>
                    <a:pt x="154231" y="713559"/>
                    <a:pt x="168641" y="714053"/>
                    <a:pt x="184272" y="718494"/>
                  </a:cubicBezTo>
                  <a:cubicBezTo>
                    <a:pt x="210649" y="726388"/>
                    <a:pt x="232141" y="742177"/>
                    <a:pt x="255587" y="759940"/>
                  </a:cubicBezTo>
                  <a:cubicBezTo>
                    <a:pt x="221395" y="771782"/>
                    <a:pt x="188179" y="782637"/>
                    <a:pt x="153010" y="773756"/>
                  </a:cubicBezTo>
                  <a:cubicBezTo>
                    <a:pt x="132495" y="768822"/>
                    <a:pt x="111979" y="754019"/>
                    <a:pt x="103187" y="737243"/>
                  </a:cubicBezTo>
                  <a:cubicBezTo>
                    <a:pt x="114910" y="726881"/>
                    <a:pt x="127366" y="719974"/>
                    <a:pt x="140799" y="716767"/>
                  </a:cubicBezTo>
                  <a:close/>
                  <a:moveTo>
                    <a:pt x="261584" y="663326"/>
                  </a:moveTo>
                  <a:cubicBezTo>
                    <a:pt x="292970" y="660400"/>
                    <a:pt x="320433" y="671127"/>
                    <a:pt x="350838" y="681854"/>
                  </a:cubicBezTo>
                  <a:cubicBezTo>
                    <a:pt x="346915" y="684779"/>
                    <a:pt x="344953" y="685755"/>
                    <a:pt x="342011" y="687705"/>
                  </a:cubicBezTo>
                  <a:cubicBezTo>
                    <a:pt x="323375" y="701357"/>
                    <a:pt x="303759" y="713059"/>
                    <a:pt x="281200" y="719886"/>
                  </a:cubicBezTo>
                  <a:cubicBezTo>
                    <a:pt x="252757" y="728662"/>
                    <a:pt x="226275" y="724761"/>
                    <a:pt x="201754" y="707208"/>
                  </a:cubicBezTo>
                  <a:cubicBezTo>
                    <a:pt x="200773" y="706233"/>
                    <a:pt x="199793" y="705258"/>
                    <a:pt x="198812" y="704283"/>
                  </a:cubicBezTo>
                  <a:cubicBezTo>
                    <a:pt x="197831" y="704283"/>
                    <a:pt x="197831" y="703308"/>
                    <a:pt x="196850" y="702332"/>
                  </a:cubicBezTo>
                  <a:cubicBezTo>
                    <a:pt x="212543" y="679904"/>
                    <a:pt x="233140" y="665276"/>
                    <a:pt x="261584" y="663326"/>
                  </a:cubicBezTo>
                  <a:close/>
                  <a:moveTo>
                    <a:pt x="131763" y="633412"/>
                  </a:moveTo>
                  <a:cubicBezTo>
                    <a:pt x="128811" y="639343"/>
                    <a:pt x="126843" y="643297"/>
                    <a:pt x="125859" y="648239"/>
                  </a:cubicBezTo>
                  <a:cubicBezTo>
                    <a:pt x="117003" y="668008"/>
                    <a:pt x="107163" y="687777"/>
                    <a:pt x="92403" y="704580"/>
                  </a:cubicBezTo>
                  <a:cubicBezTo>
                    <a:pt x="71740" y="727314"/>
                    <a:pt x="46156" y="738187"/>
                    <a:pt x="15652" y="735222"/>
                  </a:cubicBezTo>
                  <a:cubicBezTo>
                    <a:pt x="14668" y="735222"/>
                    <a:pt x="13684" y="734233"/>
                    <a:pt x="12700" y="734233"/>
                  </a:cubicBezTo>
                  <a:cubicBezTo>
                    <a:pt x="13684" y="701615"/>
                    <a:pt x="27460" y="675915"/>
                    <a:pt x="55012" y="659112"/>
                  </a:cubicBezTo>
                  <a:cubicBezTo>
                    <a:pt x="78628" y="645273"/>
                    <a:pt x="104211" y="639343"/>
                    <a:pt x="131763" y="633412"/>
                  </a:cubicBezTo>
                  <a:close/>
                  <a:moveTo>
                    <a:pt x="385441" y="588085"/>
                  </a:moveTo>
                  <a:cubicBezTo>
                    <a:pt x="399590" y="589213"/>
                    <a:pt x="413861" y="591720"/>
                    <a:pt x="428625" y="594226"/>
                  </a:cubicBezTo>
                  <a:cubicBezTo>
                    <a:pt x="406972" y="617287"/>
                    <a:pt x="386302" y="637340"/>
                    <a:pt x="358743" y="649371"/>
                  </a:cubicBezTo>
                  <a:cubicBezTo>
                    <a:pt x="334137" y="660400"/>
                    <a:pt x="309530" y="659397"/>
                    <a:pt x="284924" y="647366"/>
                  </a:cubicBezTo>
                  <a:cubicBezTo>
                    <a:pt x="283940" y="647366"/>
                    <a:pt x="282956" y="646363"/>
                    <a:pt x="281971" y="646363"/>
                  </a:cubicBezTo>
                  <a:cubicBezTo>
                    <a:pt x="281971" y="645361"/>
                    <a:pt x="280987" y="645361"/>
                    <a:pt x="280987" y="644358"/>
                  </a:cubicBezTo>
                  <a:cubicBezTo>
                    <a:pt x="292798" y="616284"/>
                    <a:pt x="313467" y="597234"/>
                    <a:pt x="342995" y="590216"/>
                  </a:cubicBezTo>
                  <a:cubicBezTo>
                    <a:pt x="357267" y="587208"/>
                    <a:pt x="371292" y="586957"/>
                    <a:pt x="385441" y="588085"/>
                  </a:cubicBezTo>
                  <a:close/>
                  <a:moveTo>
                    <a:pt x="203220" y="555625"/>
                  </a:moveTo>
                  <a:cubicBezTo>
                    <a:pt x="204210" y="560546"/>
                    <a:pt x="204210" y="563499"/>
                    <a:pt x="205199" y="567436"/>
                  </a:cubicBezTo>
                  <a:cubicBezTo>
                    <a:pt x="209158" y="594010"/>
                    <a:pt x="211137" y="621569"/>
                    <a:pt x="203220" y="648144"/>
                  </a:cubicBezTo>
                  <a:cubicBezTo>
                    <a:pt x="195303" y="673735"/>
                    <a:pt x="178480" y="692435"/>
                    <a:pt x="152750" y="703262"/>
                  </a:cubicBezTo>
                  <a:cubicBezTo>
                    <a:pt x="137906" y="677672"/>
                    <a:pt x="134937" y="651097"/>
                    <a:pt x="146812" y="623538"/>
                  </a:cubicBezTo>
                  <a:cubicBezTo>
                    <a:pt x="157698" y="599916"/>
                    <a:pt x="174522" y="582200"/>
                    <a:pt x="193324" y="565467"/>
                  </a:cubicBezTo>
                  <a:cubicBezTo>
                    <a:pt x="196293" y="562515"/>
                    <a:pt x="199262" y="559562"/>
                    <a:pt x="203220" y="555625"/>
                  </a:cubicBezTo>
                  <a:close/>
                  <a:moveTo>
                    <a:pt x="484188" y="495300"/>
                  </a:moveTo>
                  <a:cubicBezTo>
                    <a:pt x="482233" y="498276"/>
                    <a:pt x="482233" y="500261"/>
                    <a:pt x="481255" y="501253"/>
                  </a:cubicBezTo>
                  <a:cubicBezTo>
                    <a:pt x="466588" y="524073"/>
                    <a:pt x="449965" y="546893"/>
                    <a:pt x="427475" y="562768"/>
                  </a:cubicBezTo>
                  <a:cubicBezTo>
                    <a:pt x="404985" y="578643"/>
                    <a:pt x="380540" y="582612"/>
                    <a:pt x="354139" y="575667"/>
                  </a:cubicBezTo>
                  <a:cubicBezTo>
                    <a:pt x="353161" y="574674"/>
                    <a:pt x="352184" y="574674"/>
                    <a:pt x="351206" y="574674"/>
                  </a:cubicBezTo>
                  <a:cubicBezTo>
                    <a:pt x="351206" y="574674"/>
                    <a:pt x="350228" y="573682"/>
                    <a:pt x="349250" y="573682"/>
                  </a:cubicBezTo>
                  <a:cubicBezTo>
                    <a:pt x="354139" y="551854"/>
                    <a:pt x="363917" y="533003"/>
                    <a:pt x="381518" y="520104"/>
                  </a:cubicBezTo>
                  <a:cubicBezTo>
                    <a:pt x="399119" y="506214"/>
                    <a:pt x="418675" y="501253"/>
                    <a:pt x="439209" y="499269"/>
                  </a:cubicBezTo>
                  <a:cubicBezTo>
                    <a:pt x="453876" y="497284"/>
                    <a:pt x="468543" y="496292"/>
                    <a:pt x="484188" y="495300"/>
                  </a:cubicBezTo>
                  <a:close/>
                  <a:moveTo>
                    <a:pt x="254336" y="493712"/>
                  </a:moveTo>
                  <a:cubicBezTo>
                    <a:pt x="269730" y="524354"/>
                    <a:pt x="284162" y="554007"/>
                    <a:pt x="283200" y="588602"/>
                  </a:cubicBezTo>
                  <a:cubicBezTo>
                    <a:pt x="283200" y="611336"/>
                    <a:pt x="271655" y="636048"/>
                    <a:pt x="253374" y="650874"/>
                  </a:cubicBezTo>
                  <a:cubicBezTo>
                    <a:pt x="231245" y="629128"/>
                    <a:pt x="220662" y="603429"/>
                    <a:pt x="224511" y="571799"/>
                  </a:cubicBezTo>
                  <a:cubicBezTo>
                    <a:pt x="228359" y="544122"/>
                    <a:pt x="240867" y="519411"/>
                    <a:pt x="254336" y="493712"/>
                  </a:cubicBezTo>
                  <a:close/>
                  <a:moveTo>
                    <a:pt x="299839" y="428625"/>
                  </a:moveTo>
                  <a:cubicBezTo>
                    <a:pt x="318691" y="451328"/>
                    <a:pt x="334566" y="473044"/>
                    <a:pt x="342503" y="499696"/>
                  </a:cubicBezTo>
                  <a:cubicBezTo>
                    <a:pt x="352425" y="528322"/>
                    <a:pt x="348456" y="554973"/>
                    <a:pt x="331589" y="579651"/>
                  </a:cubicBezTo>
                  <a:cubicBezTo>
                    <a:pt x="330597" y="580638"/>
                    <a:pt x="329605" y="581625"/>
                    <a:pt x="328612" y="582612"/>
                  </a:cubicBezTo>
                  <a:cubicBezTo>
                    <a:pt x="296862" y="562870"/>
                    <a:pt x="280987" y="535231"/>
                    <a:pt x="284956" y="498709"/>
                  </a:cubicBezTo>
                  <a:cubicBezTo>
                    <a:pt x="285948" y="483902"/>
                    <a:pt x="288925" y="469096"/>
                    <a:pt x="291901" y="454289"/>
                  </a:cubicBezTo>
                  <a:cubicBezTo>
                    <a:pt x="293886" y="446393"/>
                    <a:pt x="296862" y="438496"/>
                    <a:pt x="299839" y="428625"/>
                  </a:cubicBezTo>
                  <a:close/>
                  <a:moveTo>
                    <a:pt x="500675" y="398462"/>
                  </a:moveTo>
                  <a:cubicBezTo>
                    <a:pt x="500675" y="398462"/>
                    <a:pt x="501650" y="399456"/>
                    <a:pt x="501650" y="400450"/>
                  </a:cubicBezTo>
                  <a:cubicBezTo>
                    <a:pt x="487025" y="431270"/>
                    <a:pt x="471425" y="461096"/>
                    <a:pt x="442175" y="480980"/>
                  </a:cubicBezTo>
                  <a:cubicBezTo>
                    <a:pt x="422675" y="493904"/>
                    <a:pt x="401225" y="496887"/>
                    <a:pt x="377825" y="491916"/>
                  </a:cubicBezTo>
                  <a:cubicBezTo>
                    <a:pt x="379775" y="472032"/>
                    <a:pt x="386600" y="454137"/>
                    <a:pt x="399275" y="439224"/>
                  </a:cubicBezTo>
                  <a:cubicBezTo>
                    <a:pt x="416825" y="419340"/>
                    <a:pt x="440225" y="410392"/>
                    <a:pt x="463625" y="405421"/>
                  </a:cubicBezTo>
                  <a:cubicBezTo>
                    <a:pt x="476300" y="402439"/>
                    <a:pt x="488000" y="400450"/>
                    <a:pt x="500675" y="398462"/>
                  </a:cubicBezTo>
                  <a:close/>
                  <a:moveTo>
                    <a:pt x="322112" y="323850"/>
                  </a:moveTo>
                  <a:cubicBezTo>
                    <a:pt x="339489" y="340471"/>
                    <a:pt x="354935" y="358070"/>
                    <a:pt x="366519" y="378603"/>
                  </a:cubicBezTo>
                  <a:cubicBezTo>
                    <a:pt x="375208" y="394246"/>
                    <a:pt x="381000" y="411845"/>
                    <a:pt x="380035" y="430422"/>
                  </a:cubicBezTo>
                  <a:cubicBezTo>
                    <a:pt x="379069" y="445088"/>
                    <a:pt x="375208" y="458776"/>
                    <a:pt x="367485" y="471487"/>
                  </a:cubicBezTo>
                  <a:cubicBezTo>
                    <a:pt x="344316" y="460732"/>
                    <a:pt x="326939" y="444110"/>
                    <a:pt x="319216" y="419667"/>
                  </a:cubicBezTo>
                  <a:cubicBezTo>
                    <a:pt x="309562" y="387402"/>
                    <a:pt x="316320" y="356115"/>
                    <a:pt x="322112" y="323850"/>
                  </a:cubicBezTo>
                  <a:close/>
                  <a:moveTo>
                    <a:pt x="488950" y="274637"/>
                  </a:moveTo>
                  <a:cubicBezTo>
                    <a:pt x="486996" y="307974"/>
                    <a:pt x="484066" y="339351"/>
                    <a:pt x="467458" y="367786"/>
                  </a:cubicBezTo>
                  <a:cubicBezTo>
                    <a:pt x="454758" y="388377"/>
                    <a:pt x="437173" y="401123"/>
                    <a:pt x="413727" y="407987"/>
                  </a:cubicBezTo>
                  <a:cubicBezTo>
                    <a:pt x="411773" y="407987"/>
                    <a:pt x="410796" y="407987"/>
                    <a:pt x="408842" y="407987"/>
                  </a:cubicBezTo>
                  <a:cubicBezTo>
                    <a:pt x="400050" y="381513"/>
                    <a:pt x="402004" y="355039"/>
                    <a:pt x="418612" y="332487"/>
                  </a:cubicBezTo>
                  <a:cubicBezTo>
                    <a:pt x="427404" y="320721"/>
                    <a:pt x="439127" y="309935"/>
                    <a:pt x="450850" y="300130"/>
                  </a:cubicBezTo>
                  <a:cubicBezTo>
                    <a:pt x="461596" y="291306"/>
                    <a:pt x="474296" y="284442"/>
                    <a:pt x="488950" y="274637"/>
                  </a:cubicBezTo>
                  <a:close/>
                  <a:moveTo>
                    <a:pt x="317500" y="222250"/>
                  </a:moveTo>
                  <a:cubicBezTo>
                    <a:pt x="318481" y="222250"/>
                    <a:pt x="319462" y="222250"/>
                    <a:pt x="319462" y="222250"/>
                  </a:cubicBezTo>
                  <a:cubicBezTo>
                    <a:pt x="343007" y="237133"/>
                    <a:pt x="364590" y="253008"/>
                    <a:pt x="381268" y="274836"/>
                  </a:cubicBezTo>
                  <a:cubicBezTo>
                    <a:pt x="399908" y="299640"/>
                    <a:pt x="404813" y="327421"/>
                    <a:pt x="395003" y="357187"/>
                  </a:cubicBezTo>
                  <a:cubicBezTo>
                    <a:pt x="361647" y="350242"/>
                    <a:pt x="339083" y="331390"/>
                    <a:pt x="328292" y="299640"/>
                  </a:cubicBezTo>
                  <a:cubicBezTo>
                    <a:pt x="323386" y="282773"/>
                    <a:pt x="321424" y="265906"/>
                    <a:pt x="318481" y="248047"/>
                  </a:cubicBezTo>
                  <a:cubicBezTo>
                    <a:pt x="317500" y="240109"/>
                    <a:pt x="317500" y="231180"/>
                    <a:pt x="317500" y="222250"/>
                  </a:cubicBezTo>
                  <a:close/>
                  <a:moveTo>
                    <a:pt x="440475" y="147637"/>
                  </a:moveTo>
                  <a:cubicBezTo>
                    <a:pt x="441459" y="149603"/>
                    <a:pt x="442443" y="150587"/>
                    <a:pt x="443427" y="151570"/>
                  </a:cubicBezTo>
                  <a:cubicBezTo>
                    <a:pt x="451297" y="178117"/>
                    <a:pt x="457200" y="203681"/>
                    <a:pt x="455233" y="231211"/>
                  </a:cubicBezTo>
                  <a:cubicBezTo>
                    <a:pt x="452281" y="261691"/>
                    <a:pt x="438508" y="283322"/>
                    <a:pt x="412929" y="300037"/>
                  </a:cubicBezTo>
                  <a:cubicBezTo>
                    <a:pt x="394237" y="276439"/>
                    <a:pt x="387350" y="249892"/>
                    <a:pt x="396204" y="221379"/>
                  </a:cubicBezTo>
                  <a:cubicBezTo>
                    <a:pt x="404075" y="192865"/>
                    <a:pt x="422767" y="170251"/>
                    <a:pt x="440475" y="147637"/>
                  </a:cubicBezTo>
                  <a:close/>
                  <a:moveTo>
                    <a:pt x="257554" y="114300"/>
                  </a:moveTo>
                  <a:cubicBezTo>
                    <a:pt x="285089" y="123151"/>
                    <a:pt x="312625" y="132001"/>
                    <a:pt x="335243" y="150686"/>
                  </a:cubicBezTo>
                  <a:cubicBezTo>
                    <a:pt x="355895" y="168387"/>
                    <a:pt x="366712" y="191006"/>
                    <a:pt x="366712" y="218541"/>
                  </a:cubicBezTo>
                  <a:cubicBezTo>
                    <a:pt x="366712" y="220508"/>
                    <a:pt x="366712" y="221491"/>
                    <a:pt x="366712" y="223458"/>
                  </a:cubicBezTo>
                  <a:cubicBezTo>
                    <a:pt x="342127" y="225425"/>
                    <a:pt x="320492" y="219524"/>
                    <a:pt x="301807" y="202807"/>
                  </a:cubicBezTo>
                  <a:cubicBezTo>
                    <a:pt x="290006" y="191989"/>
                    <a:pt x="280172" y="178221"/>
                    <a:pt x="274272" y="163470"/>
                  </a:cubicBezTo>
                  <a:cubicBezTo>
                    <a:pt x="267388" y="147736"/>
                    <a:pt x="262471" y="132001"/>
                    <a:pt x="255587" y="115283"/>
                  </a:cubicBezTo>
                  <a:cubicBezTo>
                    <a:pt x="256571" y="115283"/>
                    <a:pt x="257554" y="115283"/>
                    <a:pt x="257554" y="114300"/>
                  </a:cubicBezTo>
                  <a:close/>
                  <a:moveTo>
                    <a:pt x="378924" y="26987"/>
                  </a:moveTo>
                  <a:cubicBezTo>
                    <a:pt x="393578" y="55652"/>
                    <a:pt x="407254" y="82340"/>
                    <a:pt x="409208" y="112981"/>
                  </a:cubicBezTo>
                  <a:cubicBezTo>
                    <a:pt x="411162" y="141646"/>
                    <a:pt x="401393" y="164380"/>
                    <a:pt x="381854" y="184149"/>
                  </a:cubicBezTo>
                  <a:cubicBezTo>
                    <a:pt x="359385" y="164380"/>
                    <a:pt x="347662" y="141646"/>
                    <a:pt x="349616" y="111993"/>
                  </a:cubicBezTo>
                  <a:cubicBezTo>
                    <a:pt x="351570" y="81351"/>
                    <a:pt x="364270" y="54663"/>
                    <a:pt x="378924" y="26987"/>
                  </a:cubicBezTo>
                  <a:close/>
                  <a:moveTo>
                    <a:pt x="238125" y="0"/>
                  </a:moveTo>
                  <a:cubicBezTo>
                    <a:pt x="251852" y="6900"/>
                    <a:pt x="263619" y="12815"/>
                    <a:pt x="275385" y="18730"/>
                  </a:cubicBezTo>
                  <a:cubicBezTo>
                    <a:pt x="296956" y="30559"/>
                    <a:pt x="315586" y="45346"/>
                    <a:pt x="327352" y="66047"/>
                  </a:cubicBezTo>
                  <a:cubicBezTo>
                    <a:pt x="336177" y="81820"/>
                    <a:pt x="338138" y="99564"/>
                    <a:pt x="337158" y="117308"/>
                  </a:cubicBezTo>
                  <a:cubicBezTo>
                    <a:pt x="337158" y="119280"/>
                    <a:pt x="336177" y="120265"/>
                    <a:pt x="336177" y="122237"/>
                  </a:cubicBezTo>
                  <a:cubicBezTo>
                    <a:pt x="304800" y="120265"/>
                    <a:pt x="280287" y="107450"/>
                    <a:pt x="264599" y="81820"/>
                  </a:cubicBezTo>
                  <a:cubicBezTo>
                    <a:pt x="248911" y="57175"/>
                    <a:pt x="243028" y="29573"/>
                    <a:pt x="2381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53" name="www.koppt.cn">
              <a:extLst>
                <a:ext uri="{FF2B5EF4-FFF2-40B4-BE49-F238E27FC236}">
                  <a16:creationId xmlns:a16="http://schemas.microsoft.com/office/drawing/2014/main" id="{7F1FEAA9-7655-43DB-B3A4-69A038393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5736" y="1975682"/>
              <a:ext cx="504825" cy="813984"/>
            </a:xfrm>
            <a:custGeom>
              <a:avLst/>
              <a:gdLst>
                <a:gd name="connsiteX0" fmla="*/ 460580 w 504825"/>
                <a:gd name="connsiteY0" fmla="*/ 749708 h 813984"/>
                <a:gd name="connsiteX1" fmla="*/ 504825 w 504825"/>
                <a:gd name="connsiteY1" fmla="*/ 766671 h 813984"/>
                <a:gd name="connsiteX2" fmla="*/ 445832 w 504825"/>
                <a:gd name="connsiteY2" fmla="*/ 811575 h 813984"/>
                <a:gd name="connsiteX3" fmla="*/ 352425 w 504825"/>
                <a:gd name="connsiteY3" fmla="*/ 802594 h 813984"/>
                <a:gd name="connsiteX4" fmla="*/ 405519 w 504825"/>
                <a:gd name="connsiteY4" fmla="*/ 762680 h 813984"/>
                <a:gd name="connsiteX5" fmla="*/ 460580 w 504825"/>
                <a:gd name="connsiteY5" fmla="*/ 749708 h 813984"/>
                <a:gd name="connsiteX6" fmla="*/ 364735 w 504825"/>
                <a:gd name="connsiteY6" fmla="*/ 715339 h 813984"/>
                <a:gd name="connsiteX7" fmla="*/ 401638 w 504825"/>
                <a:gd name="connsiteY7" fmla="*/ 735330 h 813984"/>
                <a:gd name="connsiteX8" fmla="*/ 319249 w 504825"/>
                <a:gd name="connsiteY8" fmla="*/ 774337 h 813984"/>
                <a:gd name="connsiteX9" fmla="*/ 247650 w 504825"/>
                <a:gd name="connsiteY9" fmla="*/ 757759 h 813984"/>
                <a:gd name="connsiteX10" fmla="*/ 257458 w 504825"/>
                <a:gd name="connsiteY10" fmla="*/ 749957 h 813984"/>
                <a:gd name="connsiteX11" fmla="*/ 324153 w 504825"/>
                <a:gd name="connsiteY11" fmla="*/ 715826 h 813984"/>
                <a:gd name="connsiteX12" fmla="*/ 364735 w 504825"/>
                <a:gd name="connsiteY12" fmla="*/ 715339 h 813984"/>
                <a:gd name="connsiteX13" fmla="*/ 248149 w 504825"/>
                <a:gd name="connsiteY13" fmla="*/ 660513 h 813984"/>
                <a:gd name="connsiteX14" fmla="*/ 306388 w 504825"/>
                <a:gd name="connsiteY14" fmla="*/ 700495 h 813984"/>
                <a:gd name="connsiteX15" fmla="*/ 261968 w 504825"/>
                <a:gd name="connsiteY15" fmla="*/ 720973 h 813984"/>
                <a:gd name="connsiteX16" fmla="*/ 202742 w 504825"/>
                <a:gd name="connsiteY16" fmla="*/ 709271 h 813984"/>
                <a:gd name="connsiteX17" fmla="*/ 152400 w 504825"/>
                <a:gd name="connsiteY17" fmla="*/ 680991 h 813984"/>
                <a:gd name="connsiteX18" fmla="*/ 153387 w 504825"/>
                <a:gd name="connsiteY18" fmla="*/ 679041 h 813984"/>
                <a:gd name="connsiteX19" fmla="*/ 248149 w 504825"/>
                <a:gd name="connsiteY19" fmla="*/ 660513 h 813984"/>
                <a:gd name="connsiteX20" fmla="*/ 371475 w 504825"/>
                <a:gd name="connsiteY20" fmla="*/ 631825 h 813984"/>
                <a:gd name="connsiteX21" fmla="*/ 396849 w 504825"/>
                <a:gd name="connsiteY21" fmla="*/ 637756 h 813984"/>
                <a:gd name="connsiteX22" fmla="*/ 457357 w 504825"/>
                <a:gd name="connsiteY22" fmla="*/ 664444 h 813984"/>
                <a:gd name="connsiteX23" fmla="*/ 489562 w 504825"/>
                <a:gd name="connsiteY23" fmla="*/ 732646 h 813984"/>
                <a:gd name="connsiteX24" fmla="*/ 425151 w 504825"/>
                <a:gd name="connsiteY24" fmla="*/ 715843 h 813984"/>
                <a:gd name="connsiteX25" fmla="*/ 371475 w 504825"/>
                <a:gd name="connsiteY25" fmla="*/ 631825 h 813984"/>
                <a:gd name="connsiteX26" fmla="*/ 121911 w 504825"/>
                <a:gd name="connsiteY26" fmla="*/ 585849 h 813984"/>
                <a:gd name="connsiteX27" fmla="*/ 168475 w 504825"/>
                <a:gd name="connsiteY27" fmla="*/ 590921 h 813984"/>
                <a:gd name="connsiteX28" fmla="*/ 222251 w 504825"/>
                <a:gd name="connsiteY28" fmla="*/ 642381 h 813984"/>
                <a:gd name="connsiteX29" fmla="*/ 191941 w 504825"/>
                <a:gd name="connsiteY29" fmla="*/ 653266 h 813984"/>
                <a:gd name="connsiteX30" fmla="*/ 131322 w 504825"/>
                <a:gd name="connsiteY30" fmla="*/ 640401 h 813984"/>
                <a:gd name="connsiteX31" fmla="*/ 74613 w 504825"/>
                <a:gd name="connsiteY31" fmla="*/ 591911 h 813984"/>
                <a:gd name="connsiteX32" fmla="*/ 121911 w 504825"/>
                <a:gd name="connsiteY32" fmla="*/ 585849 h 813984"/>
                <a:gd name="connsiteX33" fmla="*/ 299889 w 504825"/>
                <a:gd name="connsiteY33" fmla="*/ 554037 h 813984"/>
                <a:gd name="connsiteX34" fmla="*/ 362204 w 504825"/>
                <a:gd name="connsiteY34" fmla="*/ 644588 h 813984"/>
                <a:gd name="connsiteX35" fmla="*/ 349546 w 504825"/>
                <a:gd name="connsiteY35" fmla="*/ 701674 h 813984"/>
                <a:gd name="connsiteX36" fmla="*/ 298916 w 504825"/>
                <a:gd name="connsiteY36" fmla="*/ 640651 h 813984"/>
                <a:gd name="connsiteX37" fmla="*/ 299889 w 504825"/>
                <a:gd name="connsiteY37" fmla="*/ 554037 h 813984"/>
                <a:gd name="connsiteX38" fmla="*/ 19050 w 504825"/>
                <a:gd name="connsiteY38" fmla="*/ 493712 h 813984"/>
                <a:gd name="connsiteX39" fmla="*/ 53273 w 504825"/>
                <a:gd name="connsiteY39" fmla="*/ 495683 h 813984"/>
                <a:gd name="connsiteX40" fmla="*/ 96297 w 504825"/>
                <a:gd name="connsiteY40" fmla="*/ 504551 h 813984"/>
                <a:gd name="connsiteX41" fmla="*/ 153988 w 504825"/>
                <a:gd name="connsiteY41" fmla="*/ 570569 h 813984"/>
                <a:gd name="connsiteX42" fmla="*/ 80652 w 504825"/>
                <a:gd name="connsiteY42" fmla="*/ 562686 h 813984"/>
                <a:gd name="connsiteX43" fmla="*/ 19050 w 504825"/>
                <a:gd name="connsiteY43" fmla="*/ 493712 h 813984"/>
                <a:gd name="connsiteX44" fmla="*/ 249333 w 504825"/>
                <a:gd name="connsiteY44" fmla="*/ 492125 h 813984"/>
                <a:gd name="connsiteX45" fmla="*/ 280182 w 504825"/>
                <a:gd name="connsiteY45" fmla="*/ 573177 h 813984"/>
                <a:gd name="connsiteX46" fmla="*/ 250328 w 504825"/>
                <a:gd name="connsiteY46" fmla="*/ 649287 h 813984"/>
                <a:gd name="connsiteX47" fmla="*/ 220473 w 504825"/>
                <a:gd name="connsiteY47" fmla="*/ 595911 h 813984"/>
                <a:gd name="connsiteX48" fmla="*/ 233410 w 504825"/>
                <a:gd name="connsiteY48" fmla="*/ 525732 h 813984"/>
                <a:gd name="connsiteX49" fmla="*/ 249333 w 504825"/>
                <a:gd name="connsiteY49" fmla="*/ 492125 h 813984"/>
                <a:gd name="connsiteX50" fmla="*/ 203454 w 504825"/>
                <a:gd name="connsiteY50" fmla="*/ 427037 h 813984"/>
                <a:gd name="connsiteX51" fmla="*/ 218294 w 504825"/>
                <a:gd name="connsiteY51" fmla="*/ 513561 h 813984"/>
                <a:gd name="connsiteX52" fmla="*/ 174764 w 504825"/>
                <a:gd name="connsiteY52" fmla="*/ 579437 h 813984"/>
                <a:gd name="connsiteX53" fmla="*/ 159924 w 504825"/>
                <a:gd name="connsiteY53" fmla="*/ 552890 h 813984"/>
                <a:gd name="connsiteX54" fmla="*/ 160913 w 504825"/>
                <a:gd name="connsiteY54" fmla="*/ 497829 h 813984"/>
                <a:gd name="connsiteX55" fmla="*/ 203454 w 504825"/>
                <a:gd name="connsiteY55" fmla="*/ 427037 h 813984"/>
                <a:gd name="connsiteX56" fmla="*/ 1959 w 504825"/>
                <a:gd name="connsiteY56" fmla="*/ 396875 h 813984"/>
                <a:gd name="connsiteX57" fmla="*/ 95039 w 504825"/>
                <a:gd name="connsiteY57" fmla="*/ 428176 h 813984"/>
                <a:gd name="connsiteX58" fmla="*/ 125413 w 504825"/>
                <a:gd name="connsiteY58" fmla="*/ 488821 h 813984"/>
                <a:gd name="connsiteX59" fmla="*/ 61727 w 504825"/>
                <a:gd name="connsiteY59" fmla="*/ 478061 h 813984"/>
                <a:gd name="connsiteX60" fmla="*/ 23515 w 504825"/>
                <a:gd name="connsiteY60" fmla="*/ 438935 h 813984"/>
                <a:gd name="connsiteX61" fmla="*/ 0 w 504825"/>
                <a:gd name="connsiteY61" fmla="*/ 398831 h 813984"/>
                <a:gd name="connsiteX62" fmla="*/ 1959 w 504825"/>
                <a:gd name="connsiteY62" fmla="*/ 396875 h 813984"/>
                <a:gd name="connsiteX63" fmla="*/ 180715 w 504825"/>
                <a:gd name="connsiteY63" fmla="*/ 320675 h 813984"/>
                <a:gd name="connsiteX64" fmla="*/ 186586 w 504825"/>
                <a:gd name="connsiteY64" fmla="*/ 354054 h 813984"/>
                <a:gd name="connsiteX65" fmla="*/ 184629 w 504825"/>
                <a:gd name="connsiteY65" fmla="*/ 414922 h 813984"/>
                <a:gd name="connsiteX66" fmla="*/ 135699 w 504825"/>
                <a:gd name="connsiteY66" fmla="*/ 469900 h 813984"/>
                <a:gd name="connsiteX67" fmla="*/ 124934 w 504825"/>
                <a:gd name="connsiteY67" fmla="*/ 402160 h 813984"/>
                <a:gd name="connsiteX68" fmla="*/ 180715 w 504825"/>
                <a:gd name="connsiteY68" fmla="*/ 320675 h 813984"/>
                <a:gd name="connsiteX69" fmla="*/ 14288 w 504825"/>
                <a:gd name="connsiteY69" fmla="*/ 273050 h 813984"/>
                <a:gd name="connsiteX70" fmla="*/ 27074 w 504825"/>
                <a:gd name="connsiteY70" fmla="*/ 280894 h 813984"/>
                <a:gd name="connsiteX71" fmla="*/ 75269 w 504825"/>
                <a:gd name="connsiteY71" fmla="*/ 317173 h 813984"/>
                <a:gd name="connsiteX72" fmla="*/ 96907 w 504825"/>
                <a:gd name="connsiteY72" fmla="*/ 401497 h 813984"/>
                <a:gd name="connsiteX73" fmla="*/ 95924 w 504825"/>
                <a:gd name="connsiteY73" fmla="*/ 406400 h 813984"/>
                <a:gd name="connsiteX74" fmla="*/ 35926 w 504825"/>
                <a:gd name="connsiteY74" fmla="*/ 364238 h 813984"/>
                <a:gd name="connsiteX75" fmla="*/ 17239 w 504825"/>
                <a:gd name="connsiteY75" fmla="*/ 298543 h 813984"/>
                <a:gd name="connsiteX76" fmla="*/ 14288 w 504825"/>
                <a:gd name="connsiteY76" fmla="*/ 273050 h 813984"/>
                <a:gd name="connsiteX77" fmla="*/ 185738 w 504825"/>
                <a:gd name="connsiteY77" fmla="*/ 219075 h 813984"/>
                <a:gd name="connsiteX78" fmla="*/ 168128 w 504825"/>
                <a:gd name="connsiteY78" fmla="*/ 311966 h 813984"/>
                <a:gd name="connsiteX79" fmla="*/ 108448 w 504825"/>
                <a:gd name="connsiteY79" fmla="*/ 354012 h 813984"/>
                <a:gd name="connsiteX80" fmla="*/ 112362 w 504825"/>
                <a:gd name="connsiteY80" fmla="*/ 288499 h 813984"/>
                <a:gd name="connsiteX81" fmla="*/ 165193 w 504825"/>
                <a:gd name="connsiteY81" fmla="*/ 233742 h 813984"/>
                <a:gd name="connsiteX82" fmla="*/ 185738 w 504825"/>
                <a:gd name="connsiteY82" fmla="*/ 219075 h 813984"/>
                <a:gd name="connsiteX83" fmla="*/ 62253 w 504825"/>
                <a:gd name="connsiteY83" fmla="*/ 144462 h 813984"/>
                <a:gd name="connsiteX84" fmla="*/ 69079 w 504825"/>
                <a:gd name="connsiteY84" fmla="*/ 152277 h 813984"/>
                <a:gd name="connsiteX85" fmla="*/ 106136 w 504825"/>
                <a:gd name="connsiteY85" fmla="*/ 214800 h 813984"/>
                <a:gd name="connsiteX86" fmla="*/ 90533 w 504825"/>
                <a:gd name="connsiteY86" fmla="*/ 296862 h 813984"/>
                <a:gd name="connsiteX87" fmla="*/ 48600 w 504825"/>
                <a:gd name="connsiteY87" fmla="*/ 225546 h 813984"/>
                <a:gd name="connsiteX88" fmla="*/ 62253 w 504825"/>
                <a:gd name="connsiteY88" fmla="*/ 144462 h 813984"/>
                <a:gd name="connsiteX89" fmla="*/ 247651 w 504825"/>
                <a:gd name="connsiteY89" fmla="*/ 111125 h 813984"/>
                <a:gd name="connsiteX90" fmla="*/ 201181 w 504825"/>
                <a:gd name="connsiteY90" fmla="*/ 200615 h 813984"/>
                <a:gd name="connsiteX91" fmla="*/ 135927 w 504825"/>
                <a:gd name="connsiteY91" fmla="*/ 220283 h 813984"/>
                <a:gd name="connsiteX92" fmla="*/ 141859 w 504825"/>
                <a:gd name="connsiteY92" fmla="*/ 183897 h 813984"/>
                <a:gd name="connsiteX93" fmla="*/ 173498 w 504825"/>
                <a:gd name="connsiteY93" fmla="*/ 143577 h 813984"/>
                <a:gd name="connsiteX94" fmla="*/ 247651 w 504825"/>
                <a:gd name="connsiteY94" fmla="*/ 111125 h 813984"/>
                <a:gd name="connsiteX95" fmla="*/ 124313 w 504825"/>
                <a:gd name="connsiteY95" fmla="*/ 25400 h 813984"/>
                <a:gd name="connsiteX96" fmla="*/ 153621 w 504825"/>
                <a:gd name="connsiteY96" fmla="*/ 119332 h 813984"/>
                <a:gd name="connsiteX97" fmla="*/ 122359 w 504825"/>
                <a:gd name="connsiteY97" fmla="*/ 180975 h 813984"/>
                <a:gd name="connsiteX98" fmla="*/ 94029 w 504825"/>
                <a:gd name="connsiteY98" fmla="*/ 124224 h 813984"/>
                <a:gd name="connsiteX99" fmla="*/ 113567 w 504825"/>
                <a:gd name="connsiteY99" fmla="*/ 45948 h 813984"/>
                <a:gd name="connsiteX100" fmla="*/ 124313 w 504825"/>
                <a:gd name="connsiteY100" fmla="*/ 25400 h 813984"/>
                <a:gd name="connsiteX101" fmla="*/ 265113 w 504825"/>
                <a:gd name="connsiteY101" fmla="*/ 0 h 813984"/>
                <a:gd name="connsiteX102" fmla="*/ 221711 w 504825"/>
                <a:gd name="connsiteY102" fmla="*/ 101032 h 813984"/>
                <a:gd name="connsiteX103" fmla="*/ 166472 w 504825"/>
                <a:gd name="connsiteY103" fmla="*/ 120650 h 813984"/>
                <a:gd name="connsiteX104" fmla="*/ 175350 w 504825"/>
                <a:gd name="connsiteY104" fmla="*/ 64739 h 813984"/>
                <a:gd name="connsiteX105" fmla="*/ 204942 w 504825"/>
                <a:gd name="connsiteY105" fmla="*/ 32369 h 813984"/>
                <a:gd name="connsiteX106" fmla="*/ 265113 w 504825"/>
                <a:gd name="connsiteY106" fmla="*/ 0 h 81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504825" h="813984">
                  <a:moveTo>
                    <a:pt x="460580" y="749708"/>
                  </a:moveTo>
                  <a:cubicBezTo>
                    <a:pt x="476312" y="750706"/>
                    <a:pt x="491060" y="757691"/>
                    <a:pt x="504825" y="766671"/>
                  </a:cubicBezTo>
                  <a:cubicBezTo>
                    <a:pt x="491060" y="790620"/>
                    <a:pt x="472379" y="806586"/>
                    <a:pt x="445832" y="811575"/>
                  </a:cubicBezTo>
                  <a:cubicBezTo>
                    <a:pt x="414368" y="817562"/>
                    <a:pt x="383888" y="811575"/>
                    <a:pt x="352425" y="802594"/>
                  </a:cubicBezTo>
                  <a:cubicBezTo>
                    <a:pt x="370123" y="787626"/>
                    <a:pt x="386838" y="772659"/>
                    <a:pt x="405519" y="762680"/>
                  </a:cubicBezTo>
                  <a:cubicBezTo>
                    <a:pt x="422234" y="752701"/>
                    <a:pt x="440915" y="747712"/>
                    <a:pt x="460580" y="749708"/>
                  </a:cubicBezTo>
                  <a:close/>
                  <a:moveTo>
                    <a:pt x="364735" y="715339"/>
                  </a:moveTo>
                  <a:cubicBezTo>
                    <a:pt x="377608" y="718752"/>
                    <a:pt x="389868" y="725578"/>
                    <a:pt x="401638" y="735330"/>
                  </a:cubicBezTo>
                  <a:cubicBezTo>
                    <a:pt x="381041" y="764585"/>
                    <a:pt x="353578" y="776287"/>
                    <a:pt x="319249" y="774337"/>
                  </a:cubicBezTo>
                  <a:cubicBezTo>
                    <a:pt x="294729" y="773362"/>
                    <a:pt x="272170" y="766535"/>
                    <a:pt x="247650" y="757759"/>
                  </a:cubicBezTo>
                  <a:cubicBezTo>
                    <a:pt x="251573" y="754833"/>
                    <a:pt x="254516" y="751908"/>
                    <a:pt x="257458" y="749957"/>
                  </a:cubicBezTo>
                  <a:cubicBezTo>
                    <a:pt x="278055" y="735330"/>
                    <a:pt x="298652" y="721677"/>
                    <a:pt x="324153" y="715826"/>
                  </a:cubicBezTo>
                  <a:cubicBezTo>
                    <a:pt x="338375" y="711925"/>
                    <a:pt x="351861" y="711925"/>
                    <a:pt x="364735" y="715339"/>
                  </a:cubicBezTo>
                  <a:close/>
                  <a:moveTo>
                    <a:pt x="248149" y="660513"/>
                  </a:moveTo>
                  <a:cubicBezTo>
                    <a:pt x="270852" y="664413"/>
                    <a:pt x="292568" y="679041"/>
                    <a:pt x="306388" y="700495"/>
                  </a:cubicBezTo>
                  <a:cubicBezTo>
                    <a:pt x="293556" y="711222"/>
                    <a:pt x="278749" y="718048"/>
                    <a:pt x="261968" y="720973"/>
                  </a:cubicBezTo>
                  <a:cubicBezTo>
                    <a:pt x="241239" y="723899"/>
                    <a:pt x="221497" y="719023"/>
                    <a:pt x="202742" y="709271"/>
                  </a:cubicBezTo>
                  <a:cubicBezTo>
                    <a:pt x="185961" y="701470"/>
                    <a:pt x="169181" y="690743"/>
                    <a:pt x="152400" y="680991"/>
                  </a:cubicBezTo>
                  <a:cubicBezTo>
                    <a:pt x="152400" y="680016"/>
                    <a:pt x="152400" y="679041"/>
                    <a:pt x="153387" y="679041"/>
                  </a:cubicBezTo>
                  <a:cubicBezTo>
                    <a:pt x="183987" y="667339"/>
                    <a:pt x="214587" y="655637"/>
                    <a:pt x="248149" y="660513"/>
                  </a:cubicBezTo>
                  <a:close/>
                  <a:moveTo>
                    <a:pt x="371475" y="631825"/>
                  </a:moveTo>
                  <a:cubicBezTo>
                    <a:pt x="381234" y="633802"/>
                    <a:pt x="389042" y="635779"/>
                    <a:pt x="396849" y="637756"/>
                  </a:cubicBezTo>
                  <a:cubicBezTo>
                    <a:pt x="418320" y="642698"/>
                    <a:pt x="439790" y="650605"/>
                    <a:pt x="457357" y="664444"/>
                  </a:cubicBezTo>
                  <a:cubicBezTo>
                    <a:pt x="477851" y="680259"/>
                    <a:pt x="490538" y="705958"/>
                    <a:pt x="489562" y="732646"/>
                  </a:cubicBezTo>
                  <a:cubicBezTo>
                    <a:pt x="466140" y="736600"/>
                    <a:pt x="443694" y="731658"/>
                    <a:pt x="425151" y="715843"/>
                  </a:cubicBezTo>
                  <a:cubicBezTo>
                    <a:pt x="398801" y="695085"/>
                    <a:pt x="385138" y="664444"/>
                    <a:pt x="371475" y="631825"/>
                  </a:cubicBezTo>
                  <a:close/>
                  <a:moveTo>
                    <a:pt x="121911" y="585849"/>
                  </a:moveTo>
                  <a:cubicBezTo>
                    <a:pt x="137432" y="584983"/>
                    <a:pt x="152832" y="585973"/>
                    <a:pt x="168475" y="590921"/>
                  </a:cubicBezTo>
                  <a:cubicBezTo>
                    <a:pt x="193897" y="598838"/>
                    <a:pt x="210518" y="616651"/>
                    <a:pt x="222251" y="642381"/>
                  </a:cubicBezTo>
                  <a:cubicBezTo>
                    <a:pt x="212474" y="648318"/>
                    <a:pt x="202696" y="651287"/>
                    <a:pt x="191941" y="653266"/>
                  </a:cubicBezTo>
                  <a:cubicBezTo>
                    <a:pt x="169453" y="657225"/>
                    <a:pt x="149898" y="651287"/>
                    <a:pt x="131322" y="640401"/>
                  </a:cubicBezTo>
                  <a:cubicBezTo>
                    <a:pt x="109811" y="627537"/>
                    <a:pt x="92212" y="610713"/>
                    <a:pt x="74613" y="591911"/>
                  </a:cubicBezTo>
                  <a:cubicBezTo>
                    <a:pt x="90746" y="589437"/>
                    <a:pt x="106389" y="586715"/>
                    <a:pt x="121911" y="585849"/>
                  </a:cubicBezTo>
                  <a:close/>
                  <a:moveTo>
                    <a:pt x="299889" y="554037"/>
                  </a:moveTo>
                  <a:cubicBezTo>
                    <a:pt x="327152" y="580612"/>
                    <a:pt x="355388" y="605218"/>
                    <a:pt x="362204" y="644588"/>
                  </a:cubicBezTo>
                  <a:cubicBezTo>
                    <a:pt x="365125" y="664272"/>
                    <a:pt x="360257" y="683957"/>
                    <a:pt x="349546" y="701674"/>
                  </a:cubicBezTo>
                  <a:cubicBezTo>
                    <a:pt x="323257" y="689863"/>
                    <a:pt x="305731" y="669194"/>
                    <a:pt x="298916" y="640651"/>
                  </a:cubicBezTo>
                  <a:cubicBezTo>
                    <a:pt x="292100" y="613092"/>
                    <a:pt x="295021" y="584549"/>
                    <a:pt x="299889" y="554037"/>
                  </a:cubicBezTo>
                  <a:close/>
                  <a:moveTo>
                    <a:pt x="19050" y="493712"/>
                  </a:moveTo>
                  <a:cubicBezTo>
                    <a:pt x="31761" y="493712"/>
                    <a:pt x="42517" y="493712"/>
                    <a:pt x="53273" y="495683"/>
                  </a:cubicBezTo>
                  <a:cubicBezTo>
                    <a:pt x="67940" y="497653"/>
                    <a:pt x="82608" y="499624"/>
                    <a:pt x="96297" y="504551"/>
                  </a:cubicBezTo>
                  <a:cubicBezTo>
                    <a:pt x="128565" y="514404"/>
                    <a:pt x="146165" y="538052"/>
                    <a:pt x="153988" y="570569"/>
                  </a:cubicBezTo>
                  <a:cubicBezTo>
                    <a:pt x="127587" y="579437"/>
                    <a:pt x="103142" y="577466"/>
                    <a:pt x="80652" y="562686"/>
                  </a:cubicBezTo>
                  <a:cubicBezTo>
                    <a:pt x="54251" y="545935"/>
                    <a:pt x="36650" y="521302"/>
                    <a:pt x="19050" y="493712"/>
                  </a:cubicBezTo>
                  <a:close/>
                  <a:moveTo>
                    <a:pt x="249333" y="492125"/>
                  </a:moveTo>
                  <a:cubicBezTo>
                    <a:pt x="263265" y="518813"/>
                    <a:pt x="277197" y="543524"/>
                    <a:pt x="280182" y="573177"/>
                  </a:cubicBezTo>
                  <a:cubicBezTo>
                    <a:pt x="284163" y="603819"/>
                    <a:pt x="272221" y="628530"/>
                    <a:pt x="250328" y="649287"/>
                  </a:cubicBezTo>
                  <a:cubicBezTo>
                    <a:pt x="233410" y="634460"/>
                    <a:pt x="223459" y="617657"/>
                    <a:pt x="220473" y="595911"/>
                  </a:cubicBezTo>
                  <a:cubicBezTo>
                    <a:pt x="217488" y="571200"/>
                    <a:pt x="223459" y="547478"/>
                    <a:pt x="233410" y="525732"/>
                  </a:cubicBezTo>
                  <a:cubicBezTo>
                    <a:pt x="237391" y="514859"/>
                    <a:pt x="243362" y="504975"/>
                    <a:pt x="249333" y="492125"/>
                  </a:cubicBezTo>
                  <a:close/>
                  <a:moveTo>
                    <a:pt x="203454" y="427037"/>
                  </a:moveTo>
                  <a:cubicBezTo>
                    <a:pt x="213347" y="455550"/>
                    <a:pt x="222251" y="484064"/>
                    <a:pt x="218294" y="513561"/>
                  </a:cubicBezTo>
                  <a:cubicBezTo>
                    <a:pt x="215326" y="543058"/>
                    <a:pt x="202464" y="562722"/>
                    <a:pt x="174764" y="579437"/>
                  </a:cubicBezTo>
                  <a:cubicBezTo>
                    <a:pt x="167838" y="571571"/>
                    <a:pt x="163881" y="562722"/>
                    <a:pt x="159924" y="552890"/>
                  </a:cubicBezTo>
                  <a:cubicBezTo>
                    <a:pt x="153988" y="535192"/>
                    <a:pt x="154977" y="516510"/>
                    <a:pt x="160913" y="497829"/>
                  </a:cubicBezTo>
                  <a:cubicBezTo>
                    <a:pt x="168828" y="471282"/>
                    <a:pt x="184657" y="449651"/>
                    <a:pt x="203454" y="427037"/>
                  </a:cubicBezTo>
                  <a:close/>
                  <a:moveTo>
                    <a:pt x="1959" y="396875"/>
                  </a:moveTo>
                  <a:cubicBezTo>
                    <a:pt x="35272" y="401766"/>
                    <a:pt x="68585" y="406656"/>
                    <a:pt x="95039" y="428176"/>
                  </a:cubicBezTo>
                  <a:cubicBezTo>
                    <a:pt x="114635" y="443826"/>
                    <a:pt x="122474" y="464367"/>
                    <a:pt x="125413" y="488821"/>
                  </a:cubicBezTo>
                  <a:cubicBezTo>
                    <a:pt x="102878" y="493712"/>
                    <a:pt x="81322" y="490777"/>
                    <a:pt x="61727" y="478061"/>
                  </a:cubicBezTo>
                  <a:cubicBezTo>
                    <a:pt x="46050" y="468280"/>
                    <a:pt x="33313" y="454586"/>
                    <a:pt x="23515" y="438935"/>
                  </a:cubicBezTo>
                  <a:cubicBezTo>
                    <a:pt x="15676" y="425241"/>
                    <a:pt x="7838" y="411547"/>
                    <a:pt x="0" y="398831"/>
                  </a:cubicBezTo>
                  <a:cubicBezTo>
                    <a:pt x="980" y="397853"/>
                    <a:pt x="980" y="397853"/>
                    <a:pt x="1959" y="396875"/>
                  </a:cubicBezTo>
                  <a:close/>
                  <a:moveTo>
                    <a:pt x="180715" y="320675"/>
                  </a:moveTo>
                  <a:cubicBezTo>
                    <a:pt x="182672" y="333438"/>
                    <a:pt x="184629" y="343255"/>
                    <a:pt x="186586" y="354054"/>
                  </a:cubicBezTo>
                  <a:cubicBezTo>
                    <a:pt x="189522" y="374671"/>
                    <a:pt x="190501" y="394306"/>
                    <a:pt x="184629" y="414922"/>
                  </a:cubicBezTo>
                  <a:cubicBezTo>
                    <a:pt x="177779" y="441429"/>
                    <a:pt x="160164" y="458119"/>
                    <a:pt x="135699" y="469900"/>
                  </a:cubicBezTo>
                  <a:cubicBezTo>
                    <a:pt x="122977" y="448302"/>
                    <a:pt x="119063" y="425721"/>
                    <a:pt x="124934" y="402160"/>
                  </a:cubicBezTo>
                  <a:cubicBezTo>
                    <a:pt x="134721" y="369762"/>
                    <a:pt x="157228" y="346200"/>
                    <a:pt x="180715" y="320675"/>
                  </a:cubicBezTo>
                  <a:close/>
                  <a:moveTo>
                    <a:pt x="14288" y="273050"/>
                  </a:moveTo>
                  <a:cubicBezTo>
                    <a:pt x="20189" y="275991"/>
                    <a:pt x="24124" y="277952"/>
                    <a:pt x="27074" y="280894"/>
                  </a:cubicBezTo>
                  <a:cubicBezTo>
                    <a:pt x="44778" y="290699"/>
                    <a:pt x="60515" y="302465"/>
                    <a:pt x="75269" y="317173"/>
                  </a:cubicBezTo>
                  <a:cubicBezTo>
                    <a:pt x="97891" y="340705"/>
                    <a:pt x="104776" y="369140"/>
                    <a:pt x="96907" y="401497"/>
                  </a:cubicBezTo>
                  <a:cubicBezTo>
                    <a:pt x="96907" y="402478"/>
                    <a:pt x="95924" y="403458"/>
                    <a:pt x="95924" y="406400"/>
                  </a:cubicBezTo>
                  <a:cubicBezTo>
                    <a:pt x="69368" y="400517"/>
                    <a:pt x="48713" y="386790"/>
                    <a:pt x="35926" y="364238"/>
                  </a:cubicBezTo>
                  <a:cubicBezTo>
                    <a:pt x="24124" y="343647"/>
                    <a:pt x="19206" y="321095"/>
                    <a:pt x="17239" y="298543"/>
                  </a:cubicBezTo>
                  <a:cubicBezTo>
                    <a:pt x="16255" y="290699"/>
                    <a:pt x="15271" y="282855"/>
                    <a:pt x="14288" y="273050"/>
                  </a:cubicBezTo>
                  <a:close/>
                  <a:moveTo>
                    <a:pt x="185738" y="219075"/>
                  </a:moveTo>
                  <a:cubicBezTo>
                    <a:pt x="184760" y="252320"/>
                    <a:pt x="184760" y="283610"/>
                    <a:pt x="168128" y="311966"/>
                  </a:cubicBezTo>
                  <a:cubicBezTo>
                    <a:pt x="155409" y="335434"/>
                    <a:pt x="134864" y="348145"/>
                    <a:pt x="108448" y="354012"/>
                  </a:cubicBezTo>
                  <a:cubicBezTo>
                    <a:pt x="101600" y="331522"/>
                    <a:pt x="102578" y="310011"/>
                    <a:pt x="112362" y="288499"/>
                  </a:cubicBezTo>
                  <a:cubicBezTo>
                    <a:pt x="124102" y="265032"/>
                    <a:pt x="143669" y="248409"/>
                    <a:pt x="165193" y="233742"/>
                  </a:cubicBezTo>
                  <a:cubicBezTo>
                    <a:pt x="171063" y="228853"/>
                    <a:pt x="177911" y="224942"/>
                    <a:pt x="185738" y="219075"/>
                  </a:cubicBezTo>
                  <a:close/>
                  <a:moveTo>
                    <a:pt x="62253" y="144462"/>
                  </a:moveTo>
                  <a:cubicBezTo>
                    <a:pt x="65178" y="147393"/>
                    <a:pt x="67129" y="150323"/>
                    <a:pt x="69079" y="152277"/>
                  </a:cubicBezTo>
                  <a:cubicBezTo>
                    <a:pt x="83707" y="171816"/>
                    <a:pt x="98335" y="191354"/>
                    <a:pt x="106136" y="214800"/>
                  </a:cubicBezTo>
                  <a:cubicBezTo>
                    <a:pt x="115888" y="243131"/>
                    <a:pt x="110037" y="275370"/>
                    <a:pt x="90533" y="296862"/>
                  </a:cubicBezTo>
                  <a:cubicBezTo>
                    <a:pt x="64203" y="280254"/>
                    <a:pt x="50550" y="255831"/>
                    <a:pt x="48600" y="225546"/>
                  </a:cubicBezTo>
                  <a:cubicBezTo>
                    <a:pt x="47625" y="198193"/>
                    <a:pt x="54451" y="171816"/>
                    <a:pt x="62253" y="144462"/>
                  </a:cubicBezTo>
                  <a:close/>
                  <a:moveTo>
                    <a:pt x="247651" y="111125"/>
                  </a:moveTo>
                  <a:cubicBezTo>
                    <a:pt x="236775" y="144561"/>
                    <a:pt x="226888" y="177013"/>
                    <a:pt x="201181" y="200615"/>
                  </a:cubicBezTo>
                  <a:cubicBezTo>
                    <a:pt x="182396" y="216349"/>
                    <a:pt x="160644" y="222250"/>
                    <a:pt x="135927" y="220283"/>
                  </a:cubicBezTo>
                  <a:cubicBezTo>
                    <a:pt x="134938" y="207499"/>
                    <a:pt x="136915" y="195698"/>
                    <a:pt x="141859" y="183897"/>
                  </a:cubicBezTo>
                  <a:cubicBezTo>
                    <a:pt x="147791" y="167179"/>
                    <a:pt x="158667" y="154395"/>
                    <a:pt x="173498" y="143577"/>
                  </a:cubicBezTo>
                  <a:cubicBezTo>
                    <a:pt x="195249" y="127843"/>
                    <a:pt x="219967" y="118992"/>
                    <a:pt x="247651" y="111125"/>
                  </a:cubicBezTo>
                  <a:close/>
                  <a:moveTo>
                    <a:pt x="124313" y="25400"/>
                  </a:moveTo>
                  <a:cubicBezTo>
                    <a:pt x="139944" y="56711"/>
                    <a:pt x="155575" y="85086"/>
                    <a:pt x="153621" y="119332"/>
                  </a:cubicBezTo>
                  <a:cubicBezTo>
                    <a:pt x="152644" y="144772"/>
                    <a:pt x="140921" y="164341"/>
                    <a:pt x="122359" y="180975"/>
                  </a:cubicBezTo>
                  <a:cubicBezTo>
                    <a:pt x="105752" y="165320"/>
                    <a:pt x="95983" y="146729"/>
                    <a:pt x="94029" y="124224"/>
                  </a:cubicBezTo>
                  <a:cubicBezTo>
                    <a:pt x="92075" y="95849"/>
                    <a:pt x="101844" y="71387"/>
                    <a:pt x="113567" y="45948"/>
                  </a:cubicBezTo>
                  <a:cubicBezTo>
                    <a:pt x="117475" y="40077"/>
                    <a:pt x="120406" y="33228"/>
                    <a:pt x="124313" y="25400"/>
                  </a:cubicBezTo>
                  <a:close/>
                  <a:moveTo>
                    <a:pt x="265113" y="0"/>
                  </a:moveTo>
                  <a:cubicBezTo>
                    <a:pt x="257222" y="37274"/>
                    <a:pt x="251303" y="74548"/>
                    <a:pt x="221711" y="101032"/>
                  </a:cubicBezTo>
                  <a:cubicBezTo>
                    <a:pt x="205928" y="113784"/>
                    <a:pt x="187187" y="119669"/>
                    <a:pt x="166472" y="120650"/>
                  </a:cubicBezTo>
                  <a:cubicBezTo>
                    <a:pt x="163513" y="101032"/>
                    <a:pt x="166472" y="82395"/>
                    <a:pt x="175350" y="64739"/>
                  </a:cubicBezTo>
                  <a:cubicBezTo>
                    <a:pt x="183241" y="51987"/>
                    <a:pt x="193105" y="41197"/>
                    <a:pt x="204942" y="32369"/>
                  </a:cubicBezTo>
                  <a:cubicBezTo>
                    <a:pt x="223684" y="18637"/>
                    <a:pt x="243412" y="8828"/>
                    <a:pt x="2651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D352917A-0F0F-44EF-BF76-13A0A16A2EEC}"/>
              </a:ext>
            </a:extLst>
          </p:cNvPr>
          <p:cNvGrpSpPr/>
          <p:nvPr/>
        </p:nvGrpSpPr>
        <p:grpSpPr>
          <a:xfrm>
            <a:off x="4658149" y="1492009"/>
            <a:ext cx="2860065" cy="1924291"/>
            <a:chOff x="1645736" y="1972506"/>
            <a:chExt cx="1745013" cy="817160"/>
          </a:xfr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1"/>
            <a:tileRect/>
          </a:gradFill>
        </p:grpSpPr>
        <p:sp>
          <p:nvSpPr>
            <p:cNvPr id="61" name="www.koppt.cn">
              <a:extLst>
                <a:ext uri="{FF2B5EF4-FFF2-40B4-BE49-F238E27FC236}">
                  <a16:creationId xmlns:a16="http://schemas.microsoft.com/office/drawing/2014/main" id="{49083DCC-D995-4B3C-BE64-D382BB68F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099" y="1972506"/>
              <a:ext cx="501650" cy="815634"/>
            </a:xfrm>
            <a:custGeom>
              <a:avLst/>
              <a:gdLst>
                <a:gd name="connsiteX0" fmla="*/ 39623 w 501650"/>
                <a:gd name="connsiteY0" fmla="*/ 752169 h 815634"/>
                <a:gd name="connsiteX1" fmla="*/ 82903 w 501650"/>
                <a:gd name="connsiteY1" fmla="*/ 756980 h 815634"/>
                <a:gd name="connsiteX2" fmla="*/ 148250 w 501650"/>
                <a:gd name="connsiteY2" fmla="*/ 803361 h 815634"/>
                <a:gd name="connsiteX3" fmla="*/ 149225 w 501650"/>
                <a:gd name="connsiteY3" fmla="*/ 805335 h 815634"/>
                <a:gd name="connsiteX4" fmla="*/ 57544 w 501650"/>
                <a:gd name="connsiteY4" fmla="*/ 813229 h 815634"/>
                <a:gd name="connsiteX5" fmla="*/ 0 w 501650"/>
                <a:gd name="connsiteY5" fmla="*/ 768822 h 815634"/>
                <a:gd name="connsiteX6" fmla="*/ 39623 w 501650"/>
                <a:gd name="connsiteY6" fmla="*/ 752169 h 815634"/>
                <a:gd name="connsiteX7" fmla="*/ 140799 w 501650"/>
                <a:gd name="connsiteY7" fmla="*/ 716767 h 815634"/>
                <a:gd name="connsiteX8" fmla="*/ 184272 w 501650"/>
                <a:gd name="connsiteY8" fmla="*/ 718494 h 815634"/>
                <a:gd name="connsiteX9" fmla="*/ 255587 w 501650"/>
                <a:gd name="connsiteY9" fmla="*/ 759940 h 815634"/>
                <a:gd name="connsiteX10" fmla="*/ 153010 w 501650"/>
                <a:gd name="connsiteY10" fmla="*/ 773756 h 815634"/>
                <a:gd name="connsiteX11" fmla="*/ 103187 w 501650"/>
                <a:gd name="connsiteY11" fmla="*/ 737243 h 815634"/>
                <a:gd name="connsiteX12" fmla="*/ 140799 w 501650"/>
                <a:gd name="connsiteY12" fmla="*/ 716767 h 815634"/>
                <a:gd name="connsiteX13" fmla="*/ 261584 w 501650"/>
                <a:gd name="connsiteY13" fmla="*/ 663326 h 815634"/>
                <a:gd name="connsiteX14" fmla="*/ 350838 w 501650"/>
                <a:gd name="connsiteY14" fmla="*/ 681854 h 815634"/>
                <a:gd name="connsiteX15" fmla="*/ 342011 w 501650"/>
                <a:gd name="connsiteY15" fmla="*/ 687705 h 815634"/>
                <a:gd name="connsiteX16" fmla="*/ 281200 w 501650"/>
                <a:gd name="connsiteY16" fmla="*/ 719886 h 815634"/>
                <a:gd name="connsiteX17" fmla="*/ 201754 w 501650"/>
                <a:gd name="connsiteY17" fmla="*/ 707208 h 815634"/>
                <a:gd name="connsiteX18" fmla="*/ 198812 w 501650"/>
                <a:gd name="connsiteY18" fmla="*/ 704283 h 815634"/>
                <a:gd name="connsiteX19" fmla="*/ 196850 w 501650"/>
                <a:gd name="connsiteY19" fmla="*/ 702332 h 815634"/>
                <a:gd name="connsiteX20" fmla="*/ 261584 w 501650"/>
                <a:gd name="connsiteY20" fmla="*/ 663326 h 815634"/>
                <a:gd name="connsiteX21" fmla="*/ 131763 w 501650"/>
                <a:gd name="connsiteY21" fmla="*/ 633412 h 815634"/>
                <a:gd name="connsiteX22" fmla="*/ 125859 w 501650"/>
                <a:gd name="connsiteY22" fmla="*/ 648239 h 815634"/>
                <a:gd name="connsiteX23" fmla="*/ 92403 w 501650"/>
                <a:gd name="connsiteY23" fmla="*/ 704580 h 815634"/>
                <a:gd name="connsiteX24" fmla="*/ 15652 w 501650"/>
                <a:gd name="connsiteY24" fmla="*/ 735222 h 815634"/>
                <a:gd name="connsiteX25" fmla="*/ 12700 w 501650"/>
                <a:gd name="connsiteY25" fmla="*/ 734233 h 815634"/>
                <a:gd name="connsiteX26" fmla="*/ 55012 w 501650"/>
                <a:gd name="connsiteY26" fmla="*/ 659112 h 815634"/>
                <a:gd name="connsiteX27" fmla="*/ 131763 w 501650"/>
                <a:gd name="connsiteY27" fmla="*/ 633412 h 815634"/>
                <a:gd name="connsiteX28" fmla="*/ 385441 w 501650"/>
                <a:gd name="connsiteY28" fmla="*/ 588085 h 815634"/>
                <a:gd name="connsiteX29" fmla="*/ 428625 w 501650"/>
                <a:gd name="connsiteY29" fmla="*/ 594226 h 815634"/>
                <a:gd name="connsiteX30" fmla="*/ 358743 w 501650"/>
                <a:gd name="connsiteY30" fmla="*/ 649371 h 815634"/>
                <a:gd name="connsiteX31" fmla="*/ 284924 w 501650"/>
                <a:gd name="connsiteY31" fmla="*/ 647366 h 815634"/>
                <a:gd name="connsiteX32" fmla="*/ 281971 w 501650"/>
                <a:gd name="connsiteY32" fmla="*/ 646363 h 815634"/>
                <a:gd name="connsiteX33" fmla="*/ 280987 w 501650"/>
                <a:gd name="connsiteY33" fmla="*/ 644358 h 815634"/>
                <a:gd name="connsiteX34" fmla="*/ 342995 w 501650"/>
                <a:gd name="connsiteY34" fmla="*/ 590216 h 815634"/>
                <a:gd name="connsiteX35" fmla="*/ 385441 w 501650"/>
                <a:gd name="connsiteY35" fmla="*/ 588085 h 815634"/>
                <a:gd name="connsiteX36" fmla="*/ 203220 w 501650"/>
                <a:gd name="connsiteY36" fmla="*/ 555625 h 815634"/>
                <a:gd name="connsiteX37" fmla="*/ 205199 w 501650"/>
                <a:gd name="connsiteY37" fmla="*/ 567436 h 815634"/>
                <a:gd name="connsiteX38" fmla="*/ 203220 w 501650"/>
                <a:gd name="connsiteY38" fmla="*/ 648144 h 815634"/>
                <a:gd name="connsiteX39" fmla="*/ 152750 w 501650"/>
                <a:gd name="connsiteY39" fmla="*/ 703262 h 815634"/>
                <a:gd name="connsiteX40" fmla="*/ 146812 w 501650"/>
                <a:gd name="connsiteY40" fmla="*/ 623538 h 815634"/>
                <a:gd name="connsiteX41" fmla="*/ 193324 w 501650"/>
                <a:gd name="connsiteY41" fmla="*/ 565467 h 815634"/>
                <a:gd name="connsiteX42" fmla="*/ 203220 w 501650"/>
                <a:gd name="connsiteY42" fmla="*/ 555625 h 815634"/>
                <a:gd name="connsiteX43" fmla="*/ 484188 w 501650"/>
                <a:gd name="connsiteY43" fmla="*/ 495300 h 815634"/>
                <a:gd name="connsiteX44" fmla="*/ 481255 w 501650"/>
                <a:gd name="connsiteY44" fmla="*/ 501253 h 815634"/>
                <a:gd name="connsiteX45" fmla="*/ 427475 w 501650"/>
                <a:gd name="connsiteY45" fmla="*/ 562768 h 815634"/>
                <a:gd name="connsiteX46" fmla="*/ 354139 w 501650"/>
                <a:gd name="connsiteY46" fmla="*/ 575667 h 815634"/>
                <a:gd name="connsiteX47" fmla="*/ 351206 w 501650"/>
                <a:gd name="connsiteY47" fmla="*/ 574674 h 815634"/>
                <a:gd name="connsiteX48" fmla="*/ 349250 w 501650"/>
                <a:gd name="connsiteY48" fmla="*/ 573682 h 815634"/>
                <a:gd name="connsiteX49" fmla="*/ 381518 w 501650"/>
                <a:gd name="connsiteY49" fmla="*/ 520104 h 815634"/>
                <a:gd name="connsiteX50" fmla="*/ 439209 w 501650"/>
                <a:gd name="connsiteY50" fmla="*/ 499269 h 815634"/>
                <a:gd name="connsiteX51" fmla="*/ 484188 w 501650"/>
                <a:gd name="connsiteY51" fmla="*/ 495300 h 815634"/>
                <a:gd name="connsiteX52" fmla="*/ 254336 w 501650"/>
                <a:gd name="connsiteY52" fmla="*/ 493712 h 815634"/>
                <a:gd name="connsiteX53" fmla="*/ 283200 w 501650"/>
                <a:gd name="connsiteY53" fmla="*/ 588602 h 815634"/>
                <a:gd name="connsiteX54" fmla="*/ 253374 w 501650"/>
                <a:gd name="connsiteY54" fmla="*/ 650874 h 815634"/>
                <a:gd name="connsiteX55" fmla="*/ 224511 w 501650"/>
                <a:gd name="connsiteY55" fmla="*/ 571799 h 815634"/>
                <a:gd name="connsiteX56" fmla="*/ 254336 w 501650"/>
                <a:gd name="connsiteY56" fmla="*/ 493712 h 815634"/>
                <a:gd name="connsiteX57" fmla="*/ 299839 w 501650"/>
                <a:gd name="connsiteY57" fmla="*/ 428625 h 815634"/>
                <a:gd name="connsiteX58" fmla="*/ 342503 w 501650"/>
                <a:gd name="connsiteY58" fmla="*/ 499696 h 815634"/>
                <a:gd name="connsiteX59" fmla="*/ 331589 w 501650"/>
                <a:gd name="connsiteY59" fmla="*/ 579651 h 815634"/>
                <a:gd name="connsiteX60" fmla="*/ 328612 w 501650"/>
                <a:gd name="connsiteY60" fmla="*/ 582612 h 815634"/>
                <a:gd name="connsiteX61" fmla="*/ 284956 w 501650"/>
                <a:gd name="connsiteY61" fmla="*/ 498709 h 815634"/>
                <a:gd name="connsiteX62" fmla="*/ 291901 w 501650"/>
                <a:gd name="connsiteY62" fmla="*/ 454289 h 815634"/>
                <a:gd name="connsiteX63" fmla="*/ 299839 w 501650"/>
                <a:gd name="connsiteY63" fmla="*/ 428625 h 815634"/>
                <a:gd name="connsiteX64" fmla="*/ 500675 w 501650"/>
                <a:gd name="connsiteY64" fmla="*/ 398462 h 815634"/>
                <a:gd name="connsiteX65" fmla="*/ 501650 w 501650"/>
                <a:gd name="connsiteY65" fmla="*/ 400450 h 815634"/>
                <a:gd name="connsiteX66" fmla="*/ 442175 w 501650"/>
                <a:gd name="connsiteY66" fmla="*/ 480980 h 815634"/>
                <a:gd name="connsiteX67" fmla="*/ 377825 w 501650"/>
                <a:gd name="connsiteY67" fmla="*/ 491916 h 815634"/>
                <a:gd name="connsiteX68" fmla="*/ 399275 w 501650"/>
                <a:gd name="connsiteY68" fmla="*/ 439224 h 815634"/>
                <a:gd name="connsiteX69" fmla="*/ 463625 w 501650"/>
                <a:gd name="connsiteY69" fmla="*/ 405421 h 815634"/>
                <a:gd name="connsiteX70" fmla="*/ 500675 w 501650"/>
                <a:gd name="connsiteY70" fmla="*/ 398462 h 815634"/>
                <a:gd name="connsiteX71" fmla="*/ 322112 w 501650"/>
                <a:gd name="connsiteY71" fmla="*/ 323850 h 815634"/>
                <a:gd name="connsiteX72" fmla="*/ 366519 w 501650"/>
                <a:gd name="connsiteY72" fmla="*/ 378603 h 815634"/>
                <a:gd name="connsiteX73" fmla="*/ 380035 w 501650"/>
                <a:gd name="connsiteY73" fmla="*/ 430422 h 815634"/>
                <a:gd name="connsiteX74" fmla="*/ 367485 w 501650"/>
                <a:gd name="connsiteY74" fmla="*/ 471487 h 815634"/>
                <a:gd name="connsiteX75" fmla="*/ 319216 w 501650"/>
                <a:gd name="connsiteY75" fmla="*/ 419667 h 815634"/>
                <a:gd name="connsiteX76" fmla="*/ 322112 w 501650"/>
                <a:gd name="connsiteY76" fmla="*/ 323850 h 815634"/>
                <a:gd name="connsiteX77" fmla="*/ 488950 w 501650"/>
                <a:gd name="connsiteY77" fmla="*/ 274637 h 815634"/>
                <a:gd name="connsiteX78" fmla="*/ 467458 w 501650"/>
                <a:gd name="connsiteY78" fmla="*/ 367786 h 815634"/>
                <a:gd name="connsiteX79" fmla="*/ 413727 w 501650"/>
                <a:gd name="connsiteY79" fmla="*/ 407987 h 815634"/>
                <a:gd name="connsiteX80" fmla="*/ 408842 w 501650"/>
                <a:gd name="connsiteY80" fmla="*/ 407987 h 815634"/>
                <a:gd name="connsiteX81" fmla="*/ 418612 w 501650"/>
                <a:gd name="connsiteY81" fmla="*/ 332487 h 815634"/>
                <a:gd name="connsiteX82" fmla="*/ 450850 w 501650"/>
                <a:gd name="connsiteY82" fmla="*/ 300130 h 815634"/>
                <a:gd name="connsiteX83" fmla="*/ 488950 w 501650"/>
                <a:gd name="connsiteY83" fmla="*/ 274637 h 815634"/>
                <a:gd name="connsiteX84" fmla="*/ 317500 w 501650"/>
                <a:gd name="connsiteY84" fmla="*/ 222250 h 815634"/>
                <a:gd name="connsiteX85" fmla="*/ 319462 w 501650"/>
                <a:gd name="connsiteY85" fmla="*/ 222250 h 815634"/>
                <a:gd name="connsiteX86" fmla="*/ 381268 w 501650"/>
                <a:gd name="connsiteY86" fmla="*/ 274836 h 815634"/>
                <a:gd name="connsiteX87" fmla="*/ 395003 w 501650"/>
                <a:gd name="connsiteY87" fmla="*/ 357187 h 815634"/>
                <a:gd name="connsiteX88" fmla="*/ 328292 w 501650"/>
                <a:gd name="connsiteY88" fmla="*/ 299640 h 815634"/>
                <a:gd name="connsiteX89" fmla="*/ 318481 w 501650"/>
                <a:gd name="connsiteY89" fmla="*/ 248047 h 815634"/>
                <a:gd name="connsiteX90" fmla="*/ 317500 w 501650"/>
                <a:gd name="connsiteY90" fmla="*/ 222250 h 815634"/>
                <a:gd name="connsiteX91" fmla="*/ 440475 w 501650"/>
                <a:gd name="connsiteY91" fmla="*/ 147637 h 815634"/>
                <a:gd name="connsiteX92" fmla="*/ 443427 w 501650"/>
                <a:gd name="connsiteY92" fmla="*/ 151570 h 815634"/>
                <a:gd name="connsiteX93" fmla="*/ 455233 w 501650"/>
                <a:gd name="connsiteY93" fmla="*/ 231211 h 815634"/>
                <a:gd name="connsiteX94" fmla="*/ 412929 w 501650"/>
                <a:gd name="connsiteY94" fmla="*/ 300037 h 815634"/>
                <a:gd name="connsiteX95" fmla="*/ 396204 w 501650"/>
                <a:gd name="connsiteY95" fmla="*/ 221379 h 815634"/>
                <a:gd name="connsiteX96" fmla="*/ 440475 w 501650"/>
                <a:gd name="connsiteY96" fmla="*/ 147637 h 815634"/>
                <a:gd name="connsiteX97" fmla="*/ 257554 w 501650"/>
                <a:gd name="connsiteY97" fmla="*/ 114300 h 815634"/>
                <a:gd name="connsiteX98" fmla="*/ 335243 w 501650"/>
                <a:gd name="connsiteY98" fmla="*/ 150686 h 815634"/>
                <a:gd name="connsiteX99" fmla="*/ 366712 w 501650"/>
                <a:gd name="connsiteY99" fmla="*/ 218541 h 815634"/>
                <a:gd name="connsiteX100" fmla="*/ 366712 w 501650"/>
                <a:gd name="connsiteY100" fmla="*/ 223458 h 815634"/>
                <a:gd name="connsiteX101" fmla="*/ 301807 w 501650"/>
                <a:gd name="connsiteY101" fmla="*/ 202807 h 815634"/>
                <a:gd name="connsiteX102" fmla="*/ 274272 w 501650"/>
                <a:gd name="connsiteY102" fmla="*/ 163470 h 815634"/>
                <a:gd name="connsiteX103" fmla="*/ 255587 w 501650"/>
                <a:gd name="connsiteY103" fmla="*/ 115283 h 815634"/>
                <a:gd name="connsiteX104" fmla="*/ 257554 w 501650"/>
                <a:gd name="connsiteY104" fmla="*/ 114300 h 815634"/>
                <a:gd name="connsiteX105" fmla="*/ 378924 w 501650"/>
                <a:gd name="connsiteY105" fmla="*/ 26987 h 815634"/>
                <a:gd name="connsiteX106" fmla="*/ 409208 w 501650"/>
                <a:gd name="connsiteY106" fmla="*/ 112981 h 815634"/>
                <a:gd name="connsiteX107" fmla="*/ 381854 w 501650"/>
                <a:gd name="connsiteY107" fmla="*/ 184149 h 815634"/>
                <a:gd name="connsiteX108" fmla="*/ 349616 w 501650"/>
                <a:gd name="connsiteY108" fmla="*/ 111993 h 815634"/>
                <a:gd name="connsiteX109" fmla="*/ 378924 w 501650"/>
                <a:gd name="connsiteY109" fmla="*/ 26987 h 815634"/>
                <a:gd name="connsiteX110" fmla="*/ 238125 w 501650"/>
                <a:gd name="connsiteY110" fmla="*/ 0 h 815634"/>
                <a:gd name="connsiteX111" fmla="*/ 275385 w 501650"/>
                <a:gd name="connsiteY111" fmla="*/ 18730 h 815634"/>
                <a:gd name="connsiteX112" fmla="*/ 327352 w 501650"/>
                <a:gd name="connsiteY112" fmla="*/ 66047 h 815634"/>
                <a:gd name="connsiteX113" fmla="*/ 337158 w 501650"/>
                <a:gd name="connsiteY113" fmla="*/ 117308 h 815634"/>
                <a:gd name="connsiteX114" fmla="*/ 336177 w 501650"/>
                <a:gd name="connsiteY114" fmla="*/ 122237 h 815634"/>
                <a:gd name="connsiteX115" fmla="*/ 264599 w 501650"/>
                <a:gd name="connsiteY115" fmla="*/ 81820 h 815634"/>
                <a:gd name="connsiteX116" fmla="*/ 238125 w 501650"/>
                <a:gd name="connsiteY116" fmla="*/ 0 h 815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501650" h="815634">
                  <a:moveTo>
                    <a:pt x="39623" y="752169"/>
                  </a:moveTo>
                  <a:cubicBezTo>
                    <a:pt x="53399" y="750072"/>
                    <a:pt x="67785" y="751553"/>
                    <a:pt x="82903" y="756980"/>
                  </a:cubicBezTo>
                  <a:cubicBezTo>
                    <a:pt x="108261" y="767835"/>
                    <a:pt x="128743" y="784611"/>
                    <a:pt x="148250" y="803361"/>
                  </a:cubicBezTo>
                  <a:cubicBezTo>
                    <a:pt x="148250" y="803361"/>
                    <a:pt x="148250" y="804348"/>
                    <a:pt x="149225" y="805335"/>
                  </a:cubicBezTo>
                  <a:cubicBezTo>
                    <a:pt x="118990" y="813229"/>
                    <a:pt x="88755" y="819150"/>
                    <a:pt x="57544" y="813229"/>
                  </a:cubicBezTo>
                  <a:cubicBezTo>
                    <a:pt x="33161" y="808295"/>
                    <a:pt x="10728" y="791519"/>
                    <a:pt x="0" y="768822"/>
                  </a:cubicBezTo>
                  <a:cubicBezTo>
                    <a:pt x="12679" y="759941"/>
                    <a:pt x="25846" y="754266"/>
                    <a:pt x="39623" y="752169"/>
                  </a:cubicBezTo>
                  <a:close/>
                  <a:moveTo>
                    <a:pt x="140799" y="716767"/>
                  </a:moveTo>
                  <a:cubicBezTo>
                    <a:pt x="154231" y="713559"/>
                    <a:pt x="168641" y="714053"/>
                    <a:pt x="184272" y="718494"/>
                  </a:cubicBezTo>
                  <a:cubicBezTo>
                    <a:pt x="210649" y="726388"/>
                    <a:pt x="232141" y="742177"/>
                    <a:pt x="255587" y="759940"/>
                  </a:cubicBezTo>
                  <a:cubicBezTo>
                    <a:pt x="221395" y="771782"/>
                    <a:pt x="188179" y="782637"/>
                    <a:pt x="153010" y="773756"/>
                  </a:cubicBezTo>
                  <a:cubicBezTo>
                    <a:pt x="132495" y="768822"/>
                    <a:pt x="111979" y="754019"/>
                    <a:pt x="103187" y="737243"/>
                  </a:cubicBezTo>
                  <a:cubicBezTo>
                    <a:pt x="114910" y="726881"/>
                    <a:pt x="127366" y="719974"/>
                    <a:pt x="140799" y="716767"/>
                  </a:cubicBezTo>
                  <a:close/>
                  <a:moveTo>
                    <a:pt x="261584" y="663326"/>
                  </a:moveTo>
                  <a:cubicBezTo>
                    <a:pt x="292970" y="660400"/>
                    <a:pt x="320433" y="671127"/>
                    <a:pt x="350838" y="681854"/>
                  </a:cubicBezTo>
                  <a:cubicBezTo>
                    <a:pt x="346915" y="684779"/>
                    <a:pt x="344953" y="685755"/>
                    <a:pt x="342011" y="687705"/>
                  </a:cubicBezTo>
                  <a:cubicBezTo>
                    <a:pt x="323375" y="701357"/>
                    <a:pt x="303759" y="713059"/>
                    <a:pt x="281200" y="719886"/>
                  </a:cubicBezTo>
                  <a:cubicBezTo>
                    <a:pt x="252757" y="728662"/>
                    <a:pt x="226275" y="724761"/>
                    <a:pt x="201754" y="707208"/>
                  </a:cubicBezTo>
                  <a:cubicBezTo>
                    <a:pt x="200773" y="706233"/>
                    <a:pt x="199793" y="705258"/>
                    <a:pt x="198812" y="704283"/>
                  </a:cubicBezTo>
                  <a:cubicBezTo>
                    <a:pt x="197831" y="704283"/>
                    <a:pt x="197831" y="703308"/>
                    <a:pt x="196850" y="702332"/>
                  </a:cubicBezTo>
                  <a:cubicBezTo>
                    <a:pt x="212543" y="679904"/>
                    <a:pt x="233140" y="665276"/>
                    <a:pt x="261584" y="663326"/>
                  </a:cubicBezTo>
                  <a:close/>
                  <a:moveTo>
                    <a:pt x="131763" y="633412"/>
                  </a:moveTo>
                  <a:cubicBezTo>
                    <a:pt x="128811" y="639343"/>
                    <a:pt x="126843" y="643297"/>
                    <a:pt x="125859" y="648239"/>
                  </a:cubicBezTo>
                  <a:cubicBezTo>
                    <a:pt x="117003" y="668008"/>
                    <a:pt x="107163" y="687777"/>
                    <a:pt x="92403" y="704580"/>
                  </a:cubicBezTo>
                  <a:cubicBezTo>
                    <a:pt x="71740" y="727314"/>
                    <a:pt x="46156" y="738187"/>
                    <a:pt x="15652" y="735222"/>
                  </a:cubicBezTo>
                  <a:cubicBezTo>
                    <a:pt x="14668" y="735222"/>
                    <a:pt x="13684" y="734233"/>
                    <a:pt x="12700" y="734233"/>
                  </a:cubicBezTo>
                  <a:cubicBezTo>
                    <a:pt x="13684" y="701615"/>
                    <a:pt x="27460" y="675915"/>
                    <a:pt x="55012" y="659112"/>
                  </a:cubicBezTo>
                  <a:cubicBezTo>
                    <a:pt x="78628" y="645273"/>
                    <a:pt x="104211" y="639343"/>
                    <a:pt x="131763" y="633412"/>
                  </a:cubicBezTo>
                  <a:close/>
                  <a:moveTo>
                    <a:pt x="385441" y="588085"/>
                  </a:moveTo>
                  <a:cubicBezTo>
                    <a:pt x="399590" y="589213"/>
                    <a:pt x="413861" y="591720"/>
                    <a:pt x="428625" y="594226"/>
                  </a:cubicBezTo>
                  <a:cubicBezTo>
                    <a:pt x="406972" y="617287"/>
                    <a:pt x="386302" y="637340"/>
                    <a:pt x="358743" y="649371"/>
                  </a:cubicBezTo>
                  <a:cubicBezTo>
                    <a:pt x="334137" y="660400"/>
                    <a:pt x="309530" y="659397"/>
                    <a:pt x="284924" y="647366"/>
                  </a:cubicBezTo>
                  <a:cubicBezTo>
                    <a:pt x="283940" y="647366"/>
                    <a:pt x="282956" y="646363"/>
                    <a:pt x="281971" y="646363"/>
                  </a:cubicBezTo>
                  <a:cubicBezTo>
                    <a:pt x="281971" y="645361"/>
                    <a:pt x="280987" y="645361"/>
                    <a:pt x="280987" y="644358"/>
                  </a:cubicBezTo>
                  <a:cubicBezTo>
                    <a:pt x="292798" y="616284"/>
                    <a:pt x="313467" y="597234"/>
                    <a:pt x="342995" y="590216"/>
                  </a:cubicBezTo>
                  <a:cubicBezTo>
                    <a:pt x="357267" y="587208"/>
                    <a:pt x="371292" y="586957"/>
                    <a:pt x="385441" y="588085"/>
                  </a:cubicBezTo>
                  <a:close/>
                  <a:moveTo>
                    <a:pt x="203220" y="555625"/>
                  </a:moveTo>
                  <a:cubicBezTo>
                    <a:pt x="204210" y="560546"/>
                    <a:pt x="204210" y="563499"/>
                    <a:pt x="205199" y="567436"/>
                  </a:cubicBezTo>
                  <a:cubicBezTo>
                    <a:pt x="209158" y="594010"/>
                    <a:pt x="211137" y="621569"/>
                    <a:pt x="203220" y="648144"/>
                  </a:cubicBezTo>
                  <a:cubicBezTo>
                    <a:pt x="195303" y="673735"/>
                    <a:pt x="178480" y="692435"/>
                    <a:pt x="152750" y="703262"/>
                  </a:cubicBezTo>
                  <a:cubicBezTo>
                    <a:pt x="137906" y="677672"/>
                    <a:pt x="134937" y="651097"/>
                    <a:pt x="146812" y="623538"/>
                  </a:cubicBezTo>
                  <a:cubicBezTo>
                    <a:pt x="157698" y="599916"/>
                    <a:pt x="174522" y="582200"/>
                    <a:pt x="193324" y="565467"/>
                  </a:cubicBezTo>
                  <a:cubicBezTo>
                    <a:pt x="196293" y="562515"/>
                    <a:pt x="199262" y="559562"/>
                    <a:pt x="203220" y="555625"/>
                  </a:cubicBezTo>
                  <a:close/>
                  <a:moveTo>
                    <a:pt x="484188" y="495300"/>
                  </a:moveTo>
                  <a:cubicBezTo>
                    <a:pt x="482233" y="498276"/>
                    <a:pt x="482233" y="500261"/>
                    <a:pt x="481255" y="501253"/>
                  </a:cubicBezTo>
                  <a:cubicBezTo>
                    <a:pt x="466588" y="524073"/>
                    <a:pt x="449965" y="546893"/>
                    <a:pt x="427475" y="562768"/>
                  </a:cubicBezTo>
                  <a:cubicBezTo>
                    <a:pt x="404985" y="578643"/>
                    <a:pt x="380540" y="582612"/>
                    <a:pt x="354139" y="575667"/>
                  </a:cubicBezTo>
                  <a:cubicBezTo>
                    <a:pt x="353161" y="574674"/>
                    <a:pt x="352184" y="574674"/>
                    <a:pt x="351206" y="574674"/>
                  </a:cubicBezTo>
                  <a:cubicBezTo>
                    <a:pt x="351206" y="574674"/>
                    <a:pt x="350228" y="573682"/>
                    <a:pt x="349250" y="573682"/>
                  </a:cubicBezTo>
                  <a:cubicBezTo>
                    <a:pt x="354139" y="551854"/>
                    <a:pt x="363917" y="533003"/>
                    <a:pt x="381518" y="520104"/>
                  </a:cubicBezTo>
                  <a:cubicBezTo>
                    <a:pt x="399119" y="506214"/>
                    <a:pt x="418675" y="501253"/>
                    <a:pt x="439209" y="499269"/>
                  </a:cubicBezTo>
                  <a:cubicBezTo>
                    <a:pt x="453876" y="497284"/>
                    <a:pt x="468543" y="496292"/>
                    <a:pt x="484188" y="495300"/>
                  </a:cubicBezTo>
                  <a:close/>
                  <a:moveTo>
                    <a:pt x="254336" y="493712"/>
                  </a:moveTo>
                  <a:cubicBezTo>
                    <a:pt x="269730" y="524354"/>
                    <a:pt x="284162" y="554007"/>
                    <a:pt x="283200" y="588602"/>
                  </a:cubicBezTo>
                  <a:cubicBezTo>
                    <a:pt x="283200" y="611336"/>
                    <a:pt x="271655" y="636048"/>
                    <a:pt x="253374" y="650874"/>
                  </a:cubicBezTo>
                  <a:cubicBezTo>
                    <a:pt x="231245" y="629128"/>
                    <a:pt x="220662" y="603429"/>
                    <a:pt x="224511" y="571799"/>
                  </a:cubicBezTo>
                  <a:cubicBezTo>
                    <a:pt x="228359" y="544122"/>
                    <a:pt x="240867" y="519411"/>
                    <a:pt x="254336" y="493712"/>
                  </a:cubicBezTo>
                  <a:close/>
                  <a:moveTo>
                    <a:pt x="299839" y="428625"/>
                  </a:moveTo>
                  <a:cubicBezTo>
                    <a:pt x="318691" y="451328"/>
                    <a:pt x="334566" y="473044"/>
                    <a:pt x="342503" y="499696"/>
                  </a:cubicBezTo>
                  <a:cubicBezTo>
                    <a:pt x="352425" y="528322"/>
                    <a:pt x="348456" y="554973"/>
                    <a:pt x="331589" y="579651"/>
                  </a:cubicBezTo>
                  <a:cubicBezTo>
                    <a:pt x="330597" y="580638"/>
                    <a:pt x="329605" y="581625"/>
                    <a:pt x="328612" y="582612"/>
                  </a:cubicBezTo>
                  <a:cubicBezTo>
                    <a:pt x="296862" y="562870"/>
                    <a:pt x="280987" y="535231"/>
                    <a:pt x="284956" y="498709"/>
                  </a:cubicBezTo>
                  <a:cubicBezTo>
                    <a:pt x="285948" y="483902"/>
                    <a:pt x="288925" y="469096"/>
                    <a:pt x="291901" y="454289"/>
                  </a:cubicBezTo>
                  <a:cubicBezTo>
                    <a:pt x="293886" y="446393"/>
                    <a:pt x="296862" y="438496"/>
                    <a:pt x="299839" y="428625"/>
                  </a:cubicBezTo>
                  <a:close/>
                  <a:moveTo>
                    <a:pt x="500675" y="398462"/>
                  </a:moveTo>
                  <a:cubicBezTo>
                    <a:pt x="500675" y="398462"/>
                    <a:pt x="501650" y="399456"/>
                    <a:pt x="501650" y="400450"/>
                  </a:cubicBezTo>
                  <a:cubicBezTo>
                    <a:pt x="487025" y="431270"/>
                    <a:pt x="471425" y="461096"/>
                    <a:pt x="442175" y="480980"/>
                  </a:cubicBezTo>
                  <a:cubicBezTo>
                    <a:pt x="422675" y="493904"/>
                    <a:pt x="401225" y="496887"/>
                    <a:pt x="377825" y="491916"/>
                  </a:cubicBezTo>
                  <a:cubicBezTo>
                    <a:pt x="379775" y="472032"/>
                    <a:pt x="386600" y="454137"/>
                    <a:pt x="399275" y="439224"/>
                  </a:cubicBezTo>
                  <a:cubicBezTo>
                    <a:pt x="416825" y="419340"/>
                    <a:pt x="440225" y="410392"/>
                    <a:pt x="463625" y="405421"/>
                  </a:cubicBezTo>
                  <a:cubicBezTo>
                    <a:pt x="476300" y="402439"/>
                    <a:pt x="488000" y="400450"/>
                    <a:pt x="500675" y="398462"/>
                  </a:cubicBezTo>
                  <a:close/>
                  <a:moveTo>
                    <a:pt x="322112" y="323850"/>
                  </a:moveTo>
                  <a:cubicBezTo>
                    <a:pt x="339489" y="340471"/>
                    <a:pt x="354935" y="358070"/>
                    <a:pt x="366519" y="378603"/>
                  </a:cubicBezTo>
                  <a:cubicBezTo>
                    <a:pt x="375208" y="394246"/>
                    <a:pt x="381000" y="411845"/>
                    <a:pt x="380035" y="430422"/>
                  </a:cubicBezTo>
                  <a:cubicBezTo>
                    <a:pt x="379069" y="445088"/>
                    <a:pt x="375208" y="458776"/>
                    <a:pt x="367485" y="471487"/>
                  </a:cubicBezTo>
                  <a:cubicBezTo>
                    <a:pt x="344316" y="460732"/>
                    <a:pt x="326939" y="444110"/>
                    <a:pt x="319216" y="419667"/>
                  </a:cubicBezTo>
                  <a:cubicBezTo>
                    <a:pt x="309562" y="387402"/>
                    <a:pt x="316320" y="356115"/>
                    <a:pt x="322112" y="323850"/>
                  </a:cubicBezTo>
                  <a:close/>
                  <a:moveTo>
                    <a:pt x="488950" y="274637"/>
                  </a:moveTo>
                  <a:cubicBezTo>
                    <a:pt x="486996" y="307974"/>
                    <a:pt x="484066" y="339351"/>
                    <a:pt x="467458" y="367786"/>
                  </a:cubicBezTo>
                  <a:cubicBezTo>
                    <a:pt x="454758" y="388377"/>
                    <a:pt x="437173" y="401123"/>
                    <a:pt x="413727" y="407987"/>
                  </a:cubicBezTo>
                  <a:cubicBezTo>
                    <a:pt x="411773" y="407987"/>
                    <a:pt x="410796" y="407987"/>
                    <a:pt x="408842" y="407987"/>
                  </a:cubicBezTo>
                  <a:cubicBezTo>
                    <a:pt x="400050" y="381513"/>
                    <a:pt x="402004" y="355039"/>
                    <a:pt x="418612" y="332487"/>
                  </a:cubicBezTo>
                  <a:cubicBezTo>
                    <a:pt x="427404" y="320721"/>
                    <a:pt x="439127" y="309935"/>
                    <a:pt x="450850" y="300130"/>
                  </a:cubicBezTo>
                  <a:cubicBezTo>
                    <a:pt x="461596" y="291306"/>
                    <a:pt x="474296" y="284442"/>
                    <a:pt x="488950" y="274637"/>
                  </a:cubicBezTo>
                  <a:close/>
                  <a:moveTo>
                    <a:pt x="317500" y="222250"/>
                  </a:moveTo>
                  <a:cubicBezTo>
                    <a:pt x="318481" y="222250"/>
                    <a:pt x="319462" y="222250"/>
                    <a:pt x="319462" y="222250"/>
                  </a:cubicBezTo>
                  <a:cubicBezTo>
                    <a:pt x="343007" y="237133"/>
                    <a:pt x="364590" y="253008"/>
                    <a:pt x="381268" y="274836"/>
                  </a:cubicBezTo>
                  <a:cubicBezTo>
                    <a:pt x="399908" y="299640"/>
                    <a:pt x="404813" y="327421"/>
                    <a:pt x="395003" y="357187"/>
                  </a:cubicBezTo>
                  <a:cubicBezTo>
                    <a:pt x="361647" y="350242"/>
                    <a:pt x="339083" y="331390"/>
                    <a:pt x="328292" y="299640"/>
                  </a:cubicBezTo>
                  <a:cubicBezTo>
                    <a:pt x="323386" y="282773"/>
                    <a:pt x="321424" y="265906"/>
                    <a:pt x="318481" y="248047"/>
                  </a:cubicBezTo>
                  <a:cubicBezTo>
                    <a:pt x="317500" y="240109"/>
                    <a:pt x="317500" y="231180"/>
                    <a:pt x="317500" y="222250"/>
                  </a:cubicBezTo>
                  <a:close/>
                  <a:moveTo>
                    <a:pt x="440475" y="147637"/>
                  </a:moveTo>
                  <a:cubicBezTo>
                    <a:pt x="441459" y="149603"/>
                    <a:pt x="442443" y="150587"/>
                    <a:pt x="443427" y="151570"/>
                  </a:cubicBezTo>
                  <a:cubicBezTo>
                    <a:pt x="451297" y="178117"/>
                    <a:pt x="457200" y="203681"/>
                    <a:pt x="455233" y="231211"/>
                  </a:cubicBezTo>
                  <a:cubicBezTo>
                    <a:pt x="452281" y="261691"/>
                    <a:pt x="438508" y="283322"/>
                    <a:pt x="412929" y="300037"/>
                  </a:cubicBezTo>
                  <a:cubicBezTo>
                    <a:pt x="394237" y="276439"/>
                    <a:pt x="387350" y="249892"/>
                    <a:pt x="396204" y="221379"/>
                  </a:cubicBezTo>
                  <a:cubicBezTo>
                    <a:pt x="404075" y="192865"/>
                    <a:pt x="422767" y="170251"/>
                    <a:pt x="440475" y="147637"/>
                  </a:cubicBezTo>
                  <a:close/>
                  <a:moveTo>
                    <a:pt x="257554" y="114300"/>
                  </a:moveTo>
                  <a:cubicBezTo>
                    <a:pt x="285089" y="123151"/>
                    <a:pt x="312625" y="132001"/>
                    <a:pt x="335243" y="150686"/>
                  </a:cubicBezTo>
                  <a:cubicBezTo>
                    <a:pt x="355895" y="168387"/>
                    <a:pt x="366712" y="191006"/>
                    <a:pt x="366712" y="218541"/>
                  </a:cubicBezTo>
                  <a:cubicBezTo>
                    <a:pt x="366712" y="220508"/>
                    <a:pt x="366712" y="221491"/>
                    <a:pt x="366712" y="223458"/>
                  </a:cubicBezTo>
                  <a:cubicBezTo>
                    <a:pt x="342127" y="225425"/>
                    <a:pt x="320492" y="219524"/>
                    <a:pt x="301807" y="202807"/>
                  </a:cubicBezTo>
                  <a:cubicBezTo>
                    <a:pt x="290006" y="191989"/>
                    <a:pt x="280172" y="178221"/>
                    <a:pt x="274272" y="163470"/>
                  </a:cubicBezTo>
                  <a:cubicBezTo>
                    <a:pt x="267388" y="147736"/>
                    <a:pt x="262471" y="132001"/>
                    <a:pt x="255587" y="115283"/>
                  </a:cubicBezTo>
                  <a:cubicBezTo>
                    <a:pt x="256571" y="115283"/>
                    <a:pt x="257554" y="115283"/>
                    <a:pt x="257554" y="114300"/>
                  </a:cubicBezTo>
                  <a:close/>
                  <a:moveTo>
                    <a:pt x="378924" y="26987"/>
                  </a:moveTo>
                  <a:cubicBezTo>
                    <a:pt x="393578" y="55652"/>
                    <a:pt x="407254" y="82340"/>
                    <a:pt x="409208" y="112981"/>
                  </a:cubicBezTo>
                  <a:cubicBezTo>
                    <a:pt x="411162" y="141646"/>
                    <a:pt x="401393" y="164380"/>
                    <a:pt x="381854" y="184149"/>
                  </a:cubicBezTo>
                  <a:cubicBezTo>
                    <a:pt x="359385" y="164380"/>
                    <a:pt x="347662" y="141646"/>
                    <a:pt x="349616" y="111993"/>
                  </a:cubicBezTo>
                  <a:cubicBezTo>
                    <a:pt x="351570" y="81351"/>
                    <a:pt x="364270" y="54663"/>
                    <a:pt x="378924" y="26987"/>
                  </a:cubicBezTo>
                  <a:close/>
                  <a:moveTo>
                    <a:pt x="238125" y="0"/>
                  </a:moveTo>
                  <a:cubicBezTo>
                    <a:pt x="251852" y="6900"/>
                    <a:pt x="263619" y="12815"/>
                    <a:pt x="275385" y="18730"/>
                  </a:cubicBezTo>
                  <a:cubicBezTo>
                    <a:pt x="296956" y="30559"/>
                    <a:pt x="315586" y="45346"/>
                    <a:pt x="327352" y="66047"/>
                  </a:cubicBezTo>
                  <a:cubicBezTo>
                    <a:pt x="336177" y="81820"/>
                    <a:pt x="338138" y="99564"/>
                    <a:pt x="337158" y="117308"/>
                  </a:cubicBezTo>
                  <a:cubicBezTo>
                    <a:pt x="337158" y="119280"/>
                    <a:pt x="336177" y="120265"/>
                    <a:pt x="336177" y="122237"/>
                  </a:cubicBezTo>
                  <a:cubicBezTo>
                    <a:pt x="304800" y="120265"/>
                    <a:pt x="280287" y="107450"/>
                    <a:pt x="264599" y="81820"/>
                  </a:cubicBezTo>
                  <a:cubicBezTo>
                    <a:pt x="248911" y="57175"/>
                    <a:pt x="243028" y="29573"/>
                    <a:pt x="2381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62" name="www.koppt.cn">
              <a:extLst>
                <a:ext uri="{FF2B5EF4-FFF2-40B4-BE49-F238E27FC236}">
                  <a16:creationId xmlns:a16="http://schemas.microsoft.com/office/drawing/2014/main" id="{543A66D3-5F4C-477A-ADA3-1F84A195C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5736" y="1975682"/>
              <a:ext cx="504825" cy="813984"/>
            </a:xfrm>
            <a:custGeom>
              <a:avLst/>
              <a:gdLst>
                <a:gd name="connsiteX0" fmla="*/ 460580 w 504825"/>
                <a:gd name="connsiteY0" fmla="*/ 749708 h 813984"/>
                <a:gd name="connsiteX1" fmla="*/ 504825 w 504825"/>
                <a:gd name="connsiteY1" fmla="*/ 766671 h 813984"/>
                <a:gd name="connsiteX2" fmla="*/ 445832 w 504825"/>
                <a:gd name="connsiteY2" fmla="*/ 811575 h 813984"/>
                <a:gd name="connsiteX3" fmla="*/ 352425 w 504825"/>
                <a:gd name="connsiteY3" fmla="*/ 802594 h 813984"/>
                <a:gd name="connsiteX4" fmla="*/ 405519 w 504825"/>
                <a:gd name="connsiteY4" fmla="*/ 762680 h 813984"/>
                <a:gd name="connsiteX5" fmla="*/ 460580 w 504825"/>
                <a:gd name="connsiteY5" fmla="*/ 749708 h 813984"/>
                <a:gd name="connsiteX6" fmla="*/ 364735 w 504825"/>
                <a:gd name="connsiteY6" fmla="*/ 715339 h 813984"/>
                <a:gd name="connsiteX7" fmla="*/ 401638 w 504825"/>
                <a:gd name="connsiteY7" fmla="*/ 735330 h 813984"/>
                <a:gd name="connsiteX8" fmla="*/ 319249 w 504825"/>
                <a:gd name="connsiteY8" fmla="*/ 774337 h 813984"/>
                <a:gd name="connsiteX9" fmla="*/ 247650 w 504825"/>
                <a:gd name="connsiteY9" fmla="*/ 757759 h 813984"/>
                <a:gd name="connsiteX10" fmla="*/ 257458 w 504825"/>
                <a:gd name="connsiteY10" fmla="*/ 749957 h 813984"/>
                <a:gd name="connsiteX11" fmla="*/ 324153 w 504825"/>
                <a:gd name="connsiteY11" fmla="*/ 715826 h 813984"/>
                <a:gd name="connsiteX12" fmla="*/ 364735 w 504825"/>
                <a:gd name="connsiteY12" fmla="*/ 715339 h 813984"/>
                <a:gd name="connsiteX13" fmla="*/ 248149 w 504825"/>
                <a:gd name="connsiteY13" fmla="*/ 660513 h 813984"/>
                <a:gd name="connsiteX14" fmla="*/ 306388 w 504825"/>
                <a:gd name="connsiteY14" fmla="*/ 700495 h 813984"/>
                <a:gd name="connsiteX15" fmla="*/ 261968 w 504825"/>
                <a:gd name="connsiteY15" fmla="*/ 720973 h 813984"/>
                <a:gd name="connsiteX16" fmla="*/ 202742 w 504825"/>
                <a:gd name="connsiteY16" fmla="*/ 709271 h 813984"/>
                <a:gd name="connsiteX17" fmla="*/ 152400 w 504825"/>
                <a:gd name="connsiteY17" fmla="*/ 680991 h 813984"/>
                <a:gd name="connsiteX18" fmla="*/ 153387 w 504825"/>
                <a:gd name="connsiteY18" fmla="*/ 679041 h 813984"/>
                <a:gd name="connsiteX19" fmla="*/ 248149 w 504825"/>
                <a:gd name="connsiteY19" fmla="*/ 660513 h 813984"/>
                <a:gd name="connsiteX20" fmla="*/ 371475 w 504825"/>
                <a:gd name="connsiteY20" fmla="*/ 631825 h 813984"/>
                <a:gd name="connsiteX21" fmla="*/ 396849 w 504825"/>
                <a:gd name="connsiteY21" fmla="*/ 637756 h 813984"/>
                <a:gd name="connsiteX22" fmla="*/ 457357 w 504825"/>
                <a:gd name="connsiteY22" fmla="*/ 664444 h 813984"/>
                <a:gd name="connsiteX23" fmla="*/ 489562 w 504825"/>
                <a:gd name="connsiteY23" fmla="*/ 732646 h 813984"/>
                <a:gd name="connsiteX24" fmla="*/ 425151 w 504825"/>
                <a:gd name="connsiteY24" fmla="*/ 715843 h 813984"/>
                <a:gd name="connsiteX25" fmla="*/ 371475 w 504825"/>
                <a:gd name="connsiteY25" fmla="*/ 631825 h 813984"/>
                <a:gd name="connsiteX26" fmla="*/ 121911 w 504825"/>
                <a:gd name="connsiteY26" fmla="*/ 585849 h 813984"/>
                <a:gd name="connsiteX27" fmla="*/ 168475 w 504825"/>
                <a:gd name="connsiteY27" fmla="*/ 590921 h 813984"/>
                <a:gd name="connsiteX28" fmla="*/ 222251 w 504825"/>
                <a:gd name="connsiteY28" fmla="*/ 642381 h 813984"/>
                <a:gd name="connsiteX29" fmla="*/ 191941 w 504825"/>
                <a:gd name="connsiteY29" fmla="*/ 653266 h 813984"/>
                <a:gd name="connsiteX30" fmla="*/ 131322 w 504825"/>
                <a:gd name="connsiteY30" fmla="*/ 640401 h 813984"/>
                <a:gd name="connsiteX31" fmla="*/ 74613 w 504825"/>
                <a:gd name="connsiteY31" fmla="*/ 591911 h 813984"/>
                <a:gd name="connsiteX32" fmla="*/ 121911 w 504825"/>
                <a:gd name="connsiteY32" fmla="*/ 585849 h 813984"/>
                <a:gd name="connsiteX33" fmla="*/ 299889 w 504825"/>
                <a:gd name="connsiteY33" fmla="*/ 554037 h 813984"/>
                <a:gd name="connsiteX34" fmla="*/ 362204 w 504825"/>
                <a:gd name="connsiteY34" fmla="*/ 644588 h 813984"/>
                <a:gd name="connsiteX35" fmla="*/ 349546 w 504825"/>
                <a:gd name="connsiteY35" fmla="*/ 701674 h 813984"/>
                <a:gd name="connsiteX36" fmla="*/ 298916 w 504825"/>
                <a:gd name="connsiteY36" fmla="*/ 640651 h 813984"/>
                <a:gd name="connsiteX37" fmla="*/ 299889 w 504825"/>
                <a:gd name="connsiteY37" fmla="*/ 554037 h 813984"/>
                <a:gd name="connsiteX38" fmla="*/ 19050 w 504825"/>
                <a:gd name="connsiteY38" fmla="*/ 493712 h 813984"/>
                <a:gd name="connsiteX39" fmla="*/ 53273 w 504825"/>
                <a:gd name="connsiteY39" fmla="*/ 495683 h 813984"/>
                <a:gd name="connsiteX40" fmla="*/ 96297 w 504825"/>
                <a:gd name="connsiteY40" fmla="*/ 504551 h 813984"/>
                <a:gd name="connsiteX41" fmla="*/ 153988 w 504825"/>
                <a:gd name="connsiteY41" fmla="*/ 570569 h 813984"/>
                <a:gd name="connsiteX42" fmla="*/ 80652 w 504825"/>
                <a:gd name="connsiteY42" fmla="*/ 562686 h 813984"/>
                <a:gd name="connsiteX43" fmla="*/ 19050 w 504825"/>
                <a:gd name="connsiteY43" fmla="*/ 493712 h 813984"/>
                <a:gd name="connsiteX44" fmla="*/ 249333 w 504825"/>
                <a:gd name="connsiteY44" fmla="*/ 492125 h 813984"/>
                <a:gd name="connsiteX45" fmla="*/ 280182 w 504825"/>
                <a:gd name="connsiteY45" fmla="*/ 573177 h 813984"/>
                <a:gd name="connsiteX46" fmla="*/ 250328 w 504825"/>
                <a:gd name="connsiteY46" fmla="*/ 649287 h 813984"/>
                <a:gd name="connsiteX47" fmla="*/ 220473 w 504825"/>
                <a:gd name="connsiteY47" fmla="*/ 595911 h 813984"/>
                <a:gd name="connsiteX48" fmla="*/ 233410 w 504825"/>
                <a:gd name="connsiteY48" fmla="*/ 525732 h 813984"/>
                <a:gd name="connsiteX49" fmla="*/ 249333 w 504825"/>
                <a:gd name="connsiteY49" fmla="*/ 492125 h 813984"/>
                <a:gd name="connsiteX50" fmla="*/ 203454 w 504825"/>
                <a:gd name="connsiteY50" fmla="*/ 427037 h 813984"/>
                <a:gd name="connsiteX51" fmla="*/ 218294 w 504825"/>
                <a:gd name="connsiteY51" fmla="*/ 513561 h 813984"/>
                <a:gd name="connsiteX52" fmla="*/ 174764 w 504825"/>
                <a:gd name="connsiteY52" fmla="*/ 579437 h 813984"/>
                <a:gd name="connsiteX53" fmla="*/ 159924 w 504825"/>
                <a:gd name="connsiteY53" fmla="*/ 552890 h 813984"/>
                <a:gd name="connsiteX54" fmla="*/ 160913 w 504825"/>
                <a:gd name="connsiteY54" fmla="*/ 497829 h 813984"/>
                <a:gd name="connsiteX55" fmla="*/ 203454 w 504825"/>
                <a:gd name="connsiteY55" fmla="*/ 427037 h 813984"/>
                <a:gd name="connsiteX56" fmla="*/ 1959 w 504825"/>
                <a:gd name="connsiteY56" fmla="*/ 396875 h 813984"/>
                <a:gd name="connsiteX57" fmla="*/ 95039 w 504825"/>
                <a:gd name="connsiteY57" fmla="*/ 428176 h 813984"/>
                <a:gd name="connsiteX58" fmla="*/ 125413 w 504825"/>
                <a:gd name="connsiteY58" fmla="*/ 488821 h 813984"/>
                <a:gd name="connsiteX59" fmla="*/ 61727 w 504825"/>
                <a:gd name="connsiteY59" fmla="*/ 478061 h 813984"/>
                <a:gd name="connsiteX60" fmla="*/ 23515 w 504825"/>
                <a:gd name="connsiteY60" fmla="*/ 438935 h 813984"/>
                <a:gd name="connsiteX61" fmla="*/ 0 w 504825"/>
                <a:gd name="connsiteY61" fmla="*/ 398831 h 813984"/>
                <a:gd name="connsiteX62" fmla="*/ 1959 w 504825"/>
                <a:gd name="connsiteY62" fmla="*/ 396875 h 813984"/>
                <a:gd name="connsiteX63" fmla="*/ 180715 w 504825"/>
                <a:gd name="connsiteY63" fmla="*/ 320675 h 813984"/>
                <a:gd name="connsiteX64" fmla="*/ 186586 w 504825"/>
                <a:gd name="connsiteY64" fmla="*/ 354054 h 813984"/>
                <a:gd name="connsiteX65" fmla="*/ 184629 w 504825"/>
                <a:gd name="connsiteY65" fmla="*/ 414922 h 813984"/>
                <a:gd name="connsiteX66" fmla="*/ 135699 w 504825"/>
                <a:gd name="connsiteY66" fmla="*/ 469900 h 813984"/>
                <a:gd name="connsiteX67" fmla="*/ 124934 w 504825"/>
                <a:gd name="connsiteY67" fmla="*/ 402160 h 813984"/>
                <a:gd name="connsiteX68" fmla="*/ 180715 w 504825"/>
                <a:gd name="connsiteY68" fmla="*/ 320675 h 813984"/>
                <a:gd name="connsiteX69" fmla="*/ 14288 w 504825"/>
                <a:gd name="connsiteY69" fmla="*/ 273050 h 813984"/>
                <a:gd name="connsiteX70" fmla="*/ 27074 w 504825"/>
                <a:gd name="connsiteY70" fmla="*/ 280894 h 813984"/>
                <a:gd name="connsiteX71" fmla="*/ 75269 w 504825"/>
                <a:gd name="connsiteY71" fmla="*/ 317173 h 813984"/>
                <a:gd name="connsiteX72" fmla="*/ 96907 w 504825"/>
                <a:gd name="connsiteY72" fmla="*/ 401497 h 813984"/>
                <a:gd name="connsiteX73" fmla="*/ 95924 w 504825"/>
                <a:gd name="connsiteY73" fmla="*/ 406400 h 813984"/>
                <a:gd name="connsiteX74" fmla="*/ 35926 w 504825"/>
                <a:gd name="connsiteY74" fmla="*/ 364238 h 813984"/>
                <a:gd name="connsiteX75" fmla="*/ 17239 w 504825"/>
                <a:gd name="connsiteY75" fmla="*/ 298543 h 813984"/>
                <a:gd name="connsiteX76" fmla="*/ 14288 w 504825"/>
                <a:gd name="connsiteY76" fmla="*/ 273050 h 813984"/>
                <a:gd name="connsiteX77" fmla="*/ 185738 w 504825"/>
                <a:gd name="connsiteY77" fmla="*/ 219075 h 813984"/>
                <a:gd name="connsiteX78" fmla="*/ 168128 w 504825"/>
                <a:gd name="connsiteY78" fmla="*/ 311966 h 813984"/>
                <a:gd name="connsiteX79" fmla="*/ 108448 w 504825"/>
                <a:gd name="connsiteY79" fmla="*/ 354012 h 813984"/>
                <a:gd name="connsiteX80" fmla="*/ 112362 w 504825"/>
                <a:gd name="connsiteY80" fmla="*/ 288499 h 813984"/>
                <a:gd name="connsiteX81" fmla="*/ 165193 w 504825"/>
                <a:gd name="connsiteY81" fmla="*/ 233742 h 813984"/>
                <a:gd name="connsiteX82" fmla="*/ 185738 w 504825"/>
                <a:gd name="connsiteY82" fmla="*/ 219075 h 813984"/>
                <a:gd name="connsiteX83" fmla="*/ 62253 w 504825"/>
                <a:gd name="connsiteY83" fmla="*/ 144462 h 813984"/>
                <a:gd name="connsiteX84" fmla="*/ 69079 w 504825"/>
                <a:gd name="connsiteY84" fmla="*/ 152277 h 813984"/>
                <a:gd name="connsiteX85" fmla="*/ 106136 w 504825"/>
                <a:gd name="connsiteY85" fmla="*/ 214800 h 813984"/>
                <a:gd name="connsiteX86" fmla="*/ 90533 w 504825"/>
                <a:gd name="connsiteY86" fmla="*/ 296862 h 813984"/>
                <a:gd name="connsiteX87" fmla="*/ 48600 w 504825"/>
                <a:gd name="connsiteY87" fmla="*/ 225546 h 813984"/>
                <a:gd name="connsiteX88" fmla="*/ 62253 w 504825"/>
                <a:gd name="connsiteY88" fmla="*/ 144462 h 813984"/>
                <a:gd name="connsiteX89" fmla="*/ 247651 w 504825"/>
                <a:gd name="connsiteY89" fmla="*/ 111125 h 813984"/>
                <a:gd name="connsiteX90" fmla="*/ 201181 w 504825"/>
                <a:gd name="connsiteY90" fmla="*/ 200615 h 813984"/>
                <a:gd name="connsiteX91" fmla="*/ 135927 w 504825"/>
                <a:gd name="connsiteY91" fmla="*/ 220283 h 813984"/>
                <a:gd name="connsiteX92" fmla="*/ 141859 w 504825"/>
                <a:gd name="connsiteY92" fmla="*/ 183897 h 813984"/>
                <a:gd name="connsiteX93" fmla="*/ 173498 w 504825"/>
                <a:gd name="connsiteY93" fmla="*/ 143577 h 813984"/>
                <a:gd name="connsiteX94" fmla="*/ 247651 w 504825"/>
                <a:gd name="connsiteY94" fmla="*/ 111125 h 813984"/>
                <a:gd name="connsiteX95" fmla="*/ 124313 w 504825"/>
                <a:gd name="connsiteY95" fmla="*/ 25400 h 813984"/>
                <a:gd name="connsiteX96" fmla="*/ 153621 w 504825"/>
                <a:gd name="connsiteY96" fmla="*/ 119332 h 813984"/>
                <a:gd name="connsiteX97" fmla="*/ 122359 w 504825"/>
                <a:gd name="connsiteY97" fmla="*/ 180975 h 813984"/>
                <a:gd name="connsiteX98" fmla="*/ 94029 w 504825"/>
                <a:gd name="connsiteY98" fmla="*/ 124224 h 813984"/>
                <a:gd name="connsiteX99" fmla="*/ 113567 w 504825"/>
                <a:gd name="connsiteY99" fmla="*/ 45948 h 813984"/>
                <a:gd name="connsiteX100" fmla="*/ 124313 w 504825"/>
                <a:gd name="connsiteY100" fmla="*/ 25400 h 813984"/>
                <a:gd name="connsiteX101" fmla="*/ 265113 w 504825"/>
                <a:gd name="connsiteY101" fmla="*/ 0 h 813984"/>
                <a:gd name="connsiteX102" fmla="*/ 221711 w 504825"/>
                <a:gd name="connsiteY102" fmla="*/ 101032 h 813984"/>
                <a:gd name="connsiteX103" fmla="*/ 166472 w 504825"/>
                <a:gd name="connsiteY103" fmla="*/ 120650 h 813984"/>
                <a:gd name="connsiteX104" fmla="*/ 175350 w 504825"/>
                <a:gd name="connsiteY104" fmla="*/ 64739 h 813984"/>
                <a:gd name="connsiteX105" fmla="*/ 204942 w 504825"/>
                <a:gd name="connsiteY105" fmla="*/ 32369 h 813984"/>
                <a:gd name="connsiteX106" fmla="*/ 265113 w 504825"/>
                <a:gd name="connsiteY106" fmla="*/ 0 h 81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504825" h="813984">
                  <a:moveTo>
                    <a:pt x="460580" y="749708"/>
                  </a:moveTo>
                  <a:cubicBezTo>
                    <a:pt x="476312" y="750706"/>
                    <a:pt x="491060" y="757691"/>
                    <a:pt x="504825" y="766671"/>
                  </a:cubicBezTo>
                  <a:cubicBezTo>
                    <a:pt x="491060" y="790620"/>
                    <a:pt x="472379" y="806586"/>
                    <a:pt x="445832" y="811575"/>
                  </a:cubicBezTo>
                  <a:cubicBezTo>
                    <a:pt x="414368" y="817562"/>
                    <a:pt x="383888" y="811575"/>
                    <a:pt x="352425" y="802594"/>
                  </a:cubicBezTo>
                  <a:cubicBezTo>
                    <a:pt x="370123" y="787626"/>
                    <a:pt x="386838" y="772659"/>
                    <a:pt x="405519" y="762680"/>
                  </a:cubicBezTo>
                  <a:cubicBezTo>
                    <a:pt x="422234" y="752701"/>
                    <a:pt x="440915" y="747712"/>
                    <a:pt x="460580" y="749708"/>
                  </a:cubicBezTo>
                  <a:close/>
                  <a:moveTo>
                    <a:pt x="364735" y="715339"/>
                  </a:moveTo>
                  <a:cubicBezTo>
                    <a:pt x="377608" y="718752"/>
                    <a:pt x="389868" y="725578"/>
                    <a:pt x="401638" y="735330"/>
                  </a:cubicBezTo>
                  <a:cubicBezTo>
                    <a:pt x="381041" y="764585"/>
                    <a:pt x="353578" y="776287"/>
                    <a:pt x="319249" y="774337"/>
                  </a:cubicBezTo>
                  <a:cubicBezTo>
                    <a:pt x="294729" y="773362"/>
                    <a:pt x="272170" y="766535"/>
                    <a:pt x="247650" y="757759"/>
                  </a:cubicBezTo>
                  <a:cubicBezTo>
                    <a:pt x="251573" y="754833"/>
                    <a:pt x="254516" y="751908"/>
                    <a:pt x="257458" y="749957"/>
                  </a:cubicBezTo>
                  <a:cubicBezTo>
                    <a:pt x="278055" y="735330"/>
                    <a:pt x="298652" y="721677"/>
                    <a:pt x="324153" y="715826"/>
                  </a:cubicBezTo>
                  <a:cubicBezTo>
                    <a:pt x="338375" y="711925"/>
                    <a:pt x="351861" y="711925"/>
                    <a:pt x="364735" y="715339"/>
                  </a:cubicBezTo>
                  <a:close/>
                  <a:moveTo>
                    <a:pt x="248149" y="660513"/>
                  </a:moveTo>
                  <a:cubicBezTo>
                    <a:pt x="270852" y="664413"/>
                    <a:pt x="292568" y="679041"/>
                    <a:pt x="306388" y="700495"/>
                  </a:cubicBezTo>
                  <a:cubicBezTo>
                    <a:pt x="293556" y="711222"/>
                    <a:pt x="278749" y="718048"/>
                    <a:pt x="261968" y="720973"/>
                  </a:cubicBezTo>
                  <a:cubicBezTo>
                    <a:pt x="241239" y="723899"/>
                    <a:pt x="221497" y="719023"/>
                    <a:pt x="202742" y="709271"/>
                  </a:cubicBezTo>
                  <a:cubicBezTo>
                    <a:pt x="185961" y="701470"/>
                    <a:pt x="169181" y="690743"/>
                    <a:pt x="152400" y="680991"/>
                  </a:cubicBezTo>
                  <a:cubicBezTo>
                    <a:pt x="152400" y="680016"/>
                    <a:pt x="152400" y="679041"/>
                    <a:pt x="153387" y="679041"/>
                  </a:cubicBezTo>
                  <a:cubicBezTo>
                    <a:pt x="183987" y="667339"/>
                    <a:pt x="214587" y="655637"/>
                    <a:pt x="248149" y="660513"/>
                  </a:cubicBezTo>
                  <a:close/>
                  <a:moveTo>
                    <a:pt x="371475" y="631825"/>
                  </a:moveTo>
                  <a:cubicBezTo>
                    <a:pt x="381234" y="633802"/>
                    <a:pt x="389042" y="635779"/>
                    <a:pt x="396849" y="637756"/>
                  </a:cubicBezTo>
                  <a:cubicBezTo>
                    <a:pt x="418320" y="642698"/>
                    <a:pt x="439790" y="650605"/>
                    <a:pt x="457357" y="664444"/>
                  </a:cubicBezTo>
                  <a:cubicBezTo>
                    <a:pt x="477851" y="680259"/>
                    <a:pt x="490538" y="705958"/>
                    <a:pt x="489562" y="732646"/>
                  </a:cubicBezTo>
                  <a:cubicBezTo>
                    <a:pt x="466140" y="736600"/>
                    <a:pt x="443694" y="731658"/>
                    <a:pt x="425151" y="715843"/>
                  </a:cubicBezTo>
                  <a:cubicBezTo>
                    <a:pt x="398801" y="695085"/>
                    <a:pt x="385138" y="664444"/>
                    <a:pt x="371475" y="631825"/>
                  </a:cubicBezTo>
                  <a:close/>
                  <a:moveTo>
                    <a:pt x="121911" y="585849"/>
                  </a:moveTo>
                  <a:cubicBezTo>
                    <a:pt x="137432" y="584983"/>
                    <a:pt x="152832" y="585973"/>
                    <a:pt x="168475" y="590921"/>
                  </a:cubicBezTo>
                  <a:cubicBezTo>
                    <a:pt x="193897" y="598838"/>
                    <a:pt x="210518" y="616651"/>
                    <a:pt x="222251" y="642381"/>
                  </a:cubicBezTo>
                  <a:cubicBezTo>
                    <a:pt x="212474" y="648318"/>
                    <a:pt x="202696" y="651287"/>
                    <a:pt x="191941" y="653266"/>
                  </a:cubicBezTo>
                  <a:cubicBezTo>
                    <a:pt x="169453" y="657225"/>
                    <a:pt x="149898" y="651287"/>
                    <a:pt x="131322" y="640401"/>
                  </a:cubicBezTo>
                  <a:cubicBezTo>
                    <a:pt x="109811" y="627537"/>
                    <a:pt x="92212" y="610713"/>
                    <a:pt x="74613" y="591911"/>
                  </a:cubicBezTo>
                  <a:cubicBezTo>
                    <a:pt x="90746" y="589437"/>
                    <a:pt x="106389" y="586715"/>
                    <a:pt x="121911" y="585849"/>
                  </a:cubicBezTo>
                  <a:close/>
                  <a:moveTo>
                    <a:pt x="299889" y="554037"/>
                  </a:moveTo>
                  <a:cubicBezTo>
                    <a:pt x="327152" y="580612"/>
                    <a:pt x="355388" y="605218"/>
                    <a:pt x="362204" y="644588"/>
                  </a:cubicBezTo>
                  <a:cubicBezTo>
                    <a:pt x="365125" y="664272"/>
                    <a:pt x="360257" y="683957"/>
                    <a:pt x="349546" y="701674"/>
                  </a:cubicBezTo>
                  <a:cubicBezTo>
                    <a:pt x="323257" y="689863"/>
                    <a:pt x="305731" y="669194"/>
                    <a:pt x="298916" y="640651"/>
                  </a:cubicBezTo>
                  <a:cubicBezTo>
                    <a:pt x="292100" y="613092"/>
                    <a:pt x="295021" y="584549"/>
                    <a:pt x="299889" y="554037"/>
                  </a:cubicBezTo>
                  <a:close/>
                  <a:moveTo>
                    <a:pt x="19050" y="493712"/>
                  </a:moveTo>
                  <a:cubicBezTo>
                    <a:pt x="31761" y="493712"/>
                    <a:pt x="42517" y="493712"/>
                    <a:pt x="53273" y="495683"/>
                  </a:cubicBezTo>
                  <a:cubicBezTo>
                    <a:pt x="67940" y="497653"/>
                    <a:pt x="82608" y="499624"/>
                    <a:pt x="96297" y="504551"/>
                  </a:cubicBezTo>
                  <a:cubicBezTo>
                    <a:pt x="128565" y="514404"/>
                    <a:pt x="146165" y="538052"/>
                    <a:pt x="153988" y="570569"/>
                  </a:cubicBezTo>
                  <a:cubicBezTo>
                    <a:pt x="127587" y="579437"/>
                    <a:pt x="103142" y="577466"/>
                    <a:pt x="80652" y="562686"/>
                  </a:cubicBezTo>
                  <a:cubicBezTo>
                    <a:pt x="54251" y="545935"/>
                    <a:pt x="36650" y="521302"/>
                    <a:pt x="19050" y="493712"/>
                  </a:cubicBezTo>
                  <a:close/>
                  <a:moveTo>
                    <a:pt x="249333" y="492125"/>
                  </a:moveTo>
                  <a:cubicBezTo>
                    <a:pt x="263265" y="518813"/>
                    <a:pt x="277197" y="543524"/>
                    <a:pt x="280182" y="573177"/>
                  </a:cubicBezTo>
                  <a:cubicBezTo>
                    <a:pt x="284163" y="603819"/>
                    <a:pt x="272221" y="628530"/>
                    <a:pt x="250328" y="649287"/>
                  </a:cubicBezTo>
                  <a:cubicBezTo>
                    <a:pt x="233410" y="634460"/>
                    <a:pt x="223459" y="617657"/>
                    <a:pt x="220473" y="595911"/>
                  </a:cubicBezTo>
                  <a:cubicBezTo>
                    <a:pt x="217488" y="571200"/>
                    <a:pt x="223459" y="547478"/>
                    <a:pt x="233410" y="525732"/>
                  </a:cubicBezTo>
                  <a:cubicBezTo>
                    <a:pt x="237391" y="514859"/>
                    <a:pt x="243362" y="504975"/>
                    <a:pt x="249333" y="492125"/>
                  </a:cubicBezTo>
                  <a:close/>
                  <a:moveTo>
                    <a:pt x="203454" y="427037"/>
                  </a:moveTo>
                  <a:cubicBezTo>
                    <a:pt x="213347" y="455550"/>
                    <a:pt x="222251" y="484064"/>
                    <a:pt x="218294" y="513561"/>
                  </a:cubicBezTo>
                  <a:cubicBezTo>
                    <a:pt x="215326" y="543058"/>
                    <a:pt x="202464" y="562722"/>
                    <a:pt x="174764" y="579437"/>
                  </a:cubicBezTo>
                  <a:cubicBezTo>
                    <a:pt x="167838" y="571571"/>
                    <a:pt x="163881" y="562722"/>
                    <a:pt x="159924" y="552890"/>
                  </a:cubicBezTo>
                  <a:cubicBezTo>
                    <a:pt x="153988" y="535192"/>
                    <a:pt x="154977" y="516510"/>
                    <a:pt x="160913" y="497829"/>
                  </a:cubicBezTo>
                  <a:cubicBezTo>
                    <a:pt x="168828" y="471282"/>
                    <a:pt x="184657" y="449651"/>
                    <a:pt x="203454" y="427037"/>
                  </a:cubicBezTo>
                  <a:close/>
                  <a:moveTo>
                    <a:pt x="1959" y="396875"/>
                  </a:moveTo>
                  <a:cubicBezTo>
                    <a:pt x="35272" y="401766"/>
                    <a:pt x="68585" y="406656"/>
                    <a:pt x="95039" y="428176"/>
                  </a:cubicBezTo>
                  <a:cubicBezTo>
                    <a:pt x="114635" y="443826"/>
                    <a:pt x="122474" y="464367"/>
                    <a:pt x="125413" y="488821"/>
                  </a:cubicBezTo>
                  <a:cubicBezTo>
                    <a:pt x="102878" y="493712"/>
                    <a:pt x="81322" y="490777"/>
                    <a:pt x="61727" y="478061"/>
                  </a:cubicBezTo>
                  <a:cubicBezTo>
                    <a:pt x="46050" y="468280"/>
                    <a:pt x="33313" y="454586"/>
                    <a:pt x="23515" y="438935"/>
                  </a:cubicBezTo>
                  <a:cubicBezTo>
                    <a:pt x="15676" y="425241"/>
                    <a:pt x="7838" y="411547"/>
                    <a:pt x="0" y="398831"/>
                  </a:cubicBezTo>
                  <a:cubicBezTo>
                    <a:pt x="980" y="397853"/>
                    <a:pt x="980" y="397853"/>
                    <a:pt x="1959" y="396875"/>
                  </a:cubicBezTo>
                  <a:close/>
                  <a:moveTo>
                    <a:pt x="180715" y="320675"/>
                  </a:moveTo>
                  <a:cubicBezTo>
                    <a:pt x="182672" y="333438"/>
                    <a:pt x="184629" y="343255"/>
                    <a:pt x="186586" y="354054"/>
                  </a:cubicBezTo>
                  <a:cubicBezTo>
                    <a:pt x="189522" y="374671"/>
                    <a:pt x="190501" y="394306"/>
                    <a:pt x="184629" y="414922"/>
                  </a:cubicBezTo>
                  <a:cubicBezTo>
                    <a:pt x="177779" y="441429"/>
                    <a:pt x="160164" y="458119"/>
                    <a:pt x="135699" y="469900"/>
                  </a:cubicBezTo>
                  <a:cubicBezTo>
                    <a:pt x="122977" y="448302"/>
                    <a:pt x="119063" y="425721"/>
                    <a:pt x="124934" y="402160"/>
                  </a:cubicBezTo>
                  <a:cubicBezTo>
                    <a:pt x="134721" y="369762"/>
                    <a:pt x="157228" y="346200"/>
                    <a:pt x="180715" y="320675"/>
                  </a:cubicBezTo>
                  <a:close/>
                  <a:moveTo>
                    <a:pt x="14288" y="273050"/>
                  </a:moveTo>
                  <a:cubicBezTo>
                    <a:pt x="20189" y="275991"/>
                    <a:pt x="24124" y="277952"/>
                    <a:pt x="27074" y="280894"/>
                  </a:cubicBezTo>
                  <a:cubicBezTo>
                    <a:pt x="44778" y="290699"/>
                    <a:pt x="60515" y="302465"/>
                    <a:pt x="75269" y="317173"/>
                  </a:cubicBezTo>
                  <a:cubicBezTo>
                    <a:pt x="97891" y="340705"/>
                    <a:pt x="104776" y="369140"/>
                    <a:pt x="96907" y="401497"/>
                  </a:cubicBezTo>
                  <a:cubicBezTo>
                    <a:pt x="96907" y="402478"/>
                    <a:pt x="95924" y="403458"/>
                    <a:pt x="95924" y="406400"/>
                  </a:cubicBezTo>
                  <a:cubicBezTo>
                    <a:pt x="69368" y="400517"/>
                    <a:pt x="48713" y="386790"/>
                    <a:pt x="35926" y="364238"/>
                  </a:cubicBezTo>
                  <a:cubicBezTo>
                    <a:pt x="24124" y="343647"/>
                    <a:pt x="19206" y="321095"/>
                    <a:pt x="17239" y="298543"/>
                  </a:cubicBezTo>
                  <a:cubicBezTo>
                    <a:pt x="16255" y="290699"/>
                    <a:pt x="15271" y="282855"/>
                    <a:pt x="14288" y="273050"/>
                  </a:cubicBezTo>
                  <a:close/>
                  <a:moveTo>
                    <a:pt x="185738" y="219075"/>
                  </a:moveTo>
                  <a:cubicBezTo>
                    <a:pt x="184760" y="252320"/>
                    <a:pt x="184760" y="283610"/>
                    <a:pt x="168128" y="311966"/>
                  </a:cubicBezTo>
                  <a:cubicBezTo>
                    <a:pt x="155409" y="335434"/>
                    <a:pt x="134864" y="348145"/>
                    <a:pt x="108448" y="354012"/>
                  </a:cubicBezTo>
                  <a:cubicBezTo>
                    <a:pt x="101600" y="331522"/>
                    <a:pt x="102578" y="310011"/>
                    <a:pt x="112362" y="288499"/>
                  </a:cubicBezTo>
                  <a:cubicBezTo>
                    <a:pt x="124102" y="265032"/>
                    <a:pt x="143669" y="248409"/>
                    <a:pt x="165193" y="233742"/>
                  </a:cubicBezTo>
                  <a:cubicBezTo>
                    <a:pt x="171063" y="228853"/>
                    <a:pt x="177911" y="224942"/>
                    <a:pt x="185738" y="219075"/>
                  </a:cubicBezTo>
                  <a:close/>
                  <a:moveTo>
                    <a:pt x="62253" y="144462"/>
                  </a:moveTo>
                  <a:cubicBezTo>
                    <a:pt x="65178" y="147393"/>
                    <a:pt x="67129" y="150323"/>
                    <a:pt x="69079" y="152277"/>
                  </a:cubicBezTo>
                  <a:cubicBezTo>
                    <a:pt x="83707" y="171816"/>
                    <a:pt x="98335" y="191354"/>
                    <a:pt x="106136" y="214800"/>
                  </a:cubicBezTo>
                  <a:cubicBezTo>
                    <a:pt x="115888" y="243131"/>
                    <a:pt x="110037" y="275370"/>
                    <a:pt x="90533" y="296862"/>
                  </a:cubicBezTo>
                  <a:cubicBezTo>
                    <a:pt x="64203" y="280254"/>
                    <a:pt x="50550" y="255831"/>
                    <a:pt x="48600" y="225546"/>
                  </a:cubicBezTo>
                  <a:cubicBezTo>
                    <a:pt x="47625" y="198193"/>
                    <a:pt x="54451" y="171816"/>
                    <a:pt x="62253" y="144462"/>
                  </a:cubicBezTo>
                  <a:close/>
                  <a:moveTo>
                    <a:pt x="247651" y="111125"/>
                  </a:moveTo>
                  <a:cubicBezTo>
                    <a:pt x="236775" y="144561"/>
                    <a:pt x="226888" y="177013"/>
                    <a:pt x="201181" y="200615"/>
                  </a:cubicBezTo>
                  <a:cubicBezTo>
                    <a:pt x="182396" y="216349"/>
                    <a:pt x="160644" y="222250"/>
                    <a:pt x="135927" y="220283"/>
                  </a:cubicBezTo>
                  <a:cubicBezTo>
                    <a:pt x="134938" y="207499"/>
                    <a:pt x="136915" y="195698"/>
                    <a:pt x="141859" y="183897"/>
                  </a:cubicBezTo>
                  <a:cubicBezTo>
                    <a:pt x="147791" y="167179"/>
                    <a:pt x="158667" y="154395"/>
                    <a:pt x="173498" y="143577"/>
                  </a:cubicBezTo>
                  <a:cubicBezTo>
                    <a:pt x="195249" y="127843"/>
                    <a:pt x="219967" y="118992"/>
                    <a:pt x="247651" y="111125"/>
                  </a:cubicBezTo>
                  <a:close/>
                  <a:moveTo>
                    <a:pt x="124313" y="25400"/>
                  </a:moveTo>
                  <a:cubicBezTo>
                    <a:pt x="139944" y="56711"/>
                    <a:pt x="155575" y="85086"/>
                    <a:pt x="153621" y="119332"/>
                  </a:cubicBezTo>
                  <a:cubicBezTo>
                    <a:pt x="152644" y="144772"/>
                    <a:pt x="140921" y="164341"/>
                    <a:pt x="122359" y="180975"/>
                  </a:cubicBezTo>
                  <a:cubicBezTo>
                    <a:pt x="105752" y="165320"/>
                    <a:pt x="95983" y="146729"/>
                    <a:pt x="94029" y="124224"/>
                  </a:cubicBezTo>
                  <a:cubicBezTo>
                    <a:pt x="92075" y="95849"/>
                    <a:pt x="101844" y="71387"/>
                    <a:pt x="113567" y="45948"/>
                  </a:cubicBezTo>
                  <a:cubicBezTo>
                    <a:pt x="117475" y="40077"/>
                    <a:pt x="120406" y="33228"/>
                    <a:pt x="124313" y="25400"/>
                  </a:cubicBezTo>
                  <a:close/>
                  <a:moveTo>
                    <a:pt x="265113" y="0"/>
                  </a:moveTo>
                  <a:cubicBezTo>
                    <a:pt x="257222" y="37274"/>
                    <a:pt x="251303" y="74548"/>
                    <a:pt x="221711" y="101032"/>
                  </a:cubicBezTo>
                  <a:cubicBezTo>
                    <a:pt x="205928" y="113784"/>
                    <a:pt x="187187" y="119669"/>
                    <a:pt x="166472" y="120650"/>
                  </a:cubicBezTo>
                  <a:cubicBezTo>
                    <a:pt x="163513" y="101032"/>
                    <a:pt x="166472" y="82395"/>
                    <a:pt x="175350" y="64739"/>
                  </a:cubicBezTo>
                  <a:cubicBezTo>
                    <a:pt x="183241" y="51987"/>
                    <a:pt x="193105" y="41197"/>
                    <a:pt x="204942" y="32369"/>
                  </a:cubicBezTo>
                  <a:cubicBezTo>
                    <a:pt x="223684" y="18637"/>
                    <a:pt x="243412" y="8828"/>
                    <a:pt x="2651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</p:grpSp>
      <p:sp>
        <p:nvSpPr>
          <p:cNvPr id="68" name="www.koppt.cn">
            <a:extLst>
              <a:ext uri="{FF2B5EF4-FFF2-40B4-BE49-F238E27FC236}">
                <a16:creationId xmlns:a16="http://schemas.microsoft.com/office/drawing/2014/main" id="{AF07813D-91B5-4091-AD30-4AA56AF350F1}"/>
              </a:ext>
            </a:extLst>
          </p:cNvPr>
          <p:cNvSpPr txBox="1"/>
          <p:nvPr/>
        </p:nvSpPr>
        <p:spPr>
          <a:xfrm>
            <a:off x="5122850" y="3441701"/>
            <a:ext cx="1981661" cy="62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一种基于通流计算的透平机械叶型优化方法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CC6E0FA-EE2E-4645-8F06-FD7A2854E42C}"/>
              </a:ext>
            </a:extLst>
          </p:cNvPr>
          <p:cNvGrpSpPr/>
          <p:nvPr/>
        </p:nvGrpSpPr>
        <p:grpSpPr>
          <a:xfrm>
            <a:off x="8514576" y="1492009"/>
            <a:ext cx="2860065" cy="1924291"/>
            <a:chOff x="1645736" y="1972506"/>
            <a:chExt cx="1745013" cy="817160"/>
          </a:xfr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1"/>
            <a:tileRect/>
          </a:gradFill>
        </p:grpSpPr>
        <p:sp>
          <p:nvSpPr>
            <p:cNvPr id="66" name="www.koppt.cn">
              <a:extLst>
                <a:ext uri="{FF2B5EF4-FFF2-40B4-BE49-F238E27FC236}">
                  <a16:creationId xmlns:a16="http://schemas.microsoft.com/office/drawing/2014/main" id="{3634D001-DF3E-41C3-B964-BDD512AAA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099" y="1972506"/>
              <a:ext cx="501650" cy="815634"/>
            </a:xfrm>
            <a:custGeom>
              <a:avLst/>
              <a:gdLst>
                <a:gd name="connsiteX0" fmla="*/ 39623 w 501650"/>
                <a:gd name="connsiteY0" fmla="*/ 752169 h 815634"/>
                <a:gd name="connsiteX1" fmla="*/ 82903 w 501650"/>
                <a:gd name="connsiteY1" fmla="*/ 756980 h 815634"/>
                <a:gd name="connsiteX2" fmla="*/ 148250 w 501650"/>
                <a:gd name="connsiteY2" fmla="*/ 803361 h 815634"/>
                <a:gd name="connsiteX3" fmla="*/ 149225 w 501650"/>
                <a:gd name="connsiteY3" fmla="*/ 805335 h 815634"/>
                <a:gd name="connsiteX4" fmla="*/ 57544 w 501650"/>
                <a:gd name="connsiteY4" fmla="*/ 813229 h 815634"/>
                <a:gd name="connsiteX5" fmla="*/ 0 w 501650"/>
                <a:gd name="connsiteY5" fmla="*/ 768822 h 815634"/>
                <a:gd name="connsiteX6" fmla="*/ 39623 w 501650"/>
                <a:gd name="connsiteY6" fmla="*/ 752169 h 815634"/>
                <a:gd name="connsiteX7" fmla="*/ 140799 w 501650"/>
                <a:gd name="connsiteY7" fmla="*/ 716767 h 815634"/>
                <a:gd name="connsiteX8" fmla="*/ 184272 w 501650"/>
                <a:gd name="connsiteY8" fmla="*/ 718494 h 815634"/>
                <a:gd name="connsiteX9" fmla="*/ 255587 w 501650"/>
                <a:gd name="connsiteY9" fmla="*/ 759940 h 815634"/>
                <a:gd name="connsiteX10" fmla="*/ 153010 w 501650"/>
                <a:gd name="connsiteY10" fmla="*/ 773756 h 815634"/>
                <a:gd name="connsiteX11" fmla="*/ 103187 w 501650"/>
                <a:gd name="connsiteY11" fmla="*/ 737243 h 815634"/>
                <a:gd name="connsiteX12" fmla="*/ 140799 w 501650"/>
                <a:gd name="connsiteY12" fmla="*/ 716767 h 815634"/>
                <a:gd name="connsiteX13" fmla="*/ 261584 w 501650"/>
                <a:gd name="connsiteY13" fmla="*/ 663326 h 815634"/>
                <a:gd name="connsiteX14" fmla="*/ 350838 w 501650"/>
                <a:gd name="connsiteY14" fmla="*/ 681854 h 815634"/>
                <a:gd name="connsiteX15" fmla="*/ 342011 w 501650"/>
                <a:gd name="connsiteY15" fmla="*/ 687705 h 815634"/>
                <a:gd name="connsiteX16" fmla="*/ 281200 w 501650"/>
                <a:gd name="connsiteY16" fmla="*/ 719886 h 815634"/>
                <a:gd name="connsiteX17" fmla="*/ 201754 w 501650"/>
                <a:gd name="connsiteY17" fmla="*/ 707208 h 815634"/>
                <a:gd name="connsiteX18" fmla="*/ 198812 w 501650"/>
                <a:gd name="connsiteY18" fmla="*/ 704283 h 815634"/>
                <a:gd name="connsiteX19" fmla="*/ 196850 w 501650"/>
                <a:gd name="connsiteY19" fmla="*/ 702332 h 815634"/>
                <a:gd name="connsiteX20" fmla="*/ 261584 w 501650"/>
                <a:gd name="connsiteY20" fmla="*/ 663326 h 815634"/>
                <a:gd name="connsiteX21" fmla="*/ 131763 w 501650"/>
                <a:gd name="connsiteY21" fmla="*/ 633412 h 815634"/>
                <a:gd name="connsiteX22" fmla="*/ 125859 w 501650"/>
                <a:gd name="connsiteY22" fmla="*/ 648239 h 815634"/>
                <a:gd name="connsiteX23" fmla="*/ 92403 w 501650"/>
                <a:gd name="connsiteY23" fmla="*/ 704580 h 815634"/>
                <a:gd name="connsiteX24" fmla="*/ 15652 w 501650"/>
                <a:gd name="connsiteY24" fmla="*/ 735222 h 815634"/>
                <a:gd name="connsiteX25" fmla="*/ 12700 w 501650"/>
                <a:gd name="connsiteY25" fmla="*/ 734233 h 815634"/>
                <a:gd name="connsiteX26" fmla="*/ 55012 w 501650"/>
                <a:gd name="connsiteY26" fmla="*/ 659112 h 815634"/>
                <a:gd name="connsiteX27" fmla="*/ 131763 w 501650"/>
                <a:gd name="connsiteY27" fmla="*/ 633412 h 815634"/>
                <a:gd name="connsiteX28" fmla="*/ 385441 w 501650"/>
                <a:gd name="connsiteY28" fmla="*/ 588085 h 815634"/>
                <a:gd name="connsiteX29" fmla="*/ 428625 w 501650"/>
                <a:gd name="connsiteY29" fmla="*/ 594226 h 815634"/>
                <a:gd name="connsiteX30" fmla="*/ 358743 w 501650"/>
                <a:gd name="connsiteY30" fmla="*/ 649371 h 815634"/>
                <a:gd name="connsiteX31" fmla="*/ 284924 w 501650"/>
                <a:gd name="connsiteY31" fmla="*/ 647366 h 815634"/>
                <a:gd name="connsiteX32" fmla="*/ 281971 w 501650"/>
                <a:gd name="connsiteY32" fmla="*/ 646363 h 815634"/>
                <a:gd name="connsiteX33" fmla="*/ 280987 w 501650"/>
                <a:gd name="connsiteY33" fmla="*/ 644358 h 815634"/>
                <a:gd name="connsiteX34" fmla="*/ 342995 w 501650"/>
                <a:gd name="connsiteY34" fmla="*/ 590216 h 815634"/>
                <a:gd name="connsiteX35" fmla="*/ 385441 w 501650"/>
                <a:gd name="connsiteY35" fmla="*/ 588085 h 815634"/>
                <a:gd name="connsiteX36" fmla="*/ 203220 w 501650"/>
                <a:gd name="connsiteY36" fmla="*/ 555625 h 815634"/>
                <a:gd name="connsiteX37" fmla="*/ 205199 w 501650"/>
                <a:gd name="connsiteY37" fmla="*/ 567436 h 815634"/>
                <a:gd name="connsiteX38" fmla="*/ 203220 w 501650"/>
                <a:gd name="connsiteY38" fmla="*/ 648144 h 815634"/>
                <a:gd name="connsiteX39" fmla="*/ 152750 w 501650"/>
                <a:gd name="connsiteY39" fmla="*/ 703262 h 815634"/>
                <a:gd name="connsiteX40" fmla="*/ 146812 w 501650"/>
                <a:gd name="connsiteY40" fmla="*/ 623538 h 815634"/>
                <a:gd name="connsiteX41" fmla="*/ 193324 w 501650"/>
                <a:gd name="connsiteY41" fmla="*/ 565467 h 815634"/>
                <a:gd name="connsiteX42" fmla="*/ 203220 w 501650"/>
                <a:gd name="connsiteY42" fmla="*/ 555625 h 815634"/>
                <a:gd name="connsiteX43" fmla="*/ 484188 w 501650"/>
                <a:gd name="connsiteY43" fmla="*/ 495300 h 815634"/>
                <a:gd name="connsiteX44" fmla="*/ 481255 w 501650"/>
                <a:gd name="connsiteY44" fmla="*/ 501253 h 815634"/>
                <a:gd name="connsiteX45" fmla="*/ 427475 w 501650"/>
                <a:gd name="connsiteY45" fmla="*/ 562768 h 815634"/>
                <a:gd name="connsiteX46" fmla="*/ 354139 w 501650"/>
                <a:gd name="connsiteY46" fmla="*/ 575667 h 815634"/>
                <a:gd name="connsiteX47" fmla="*/ 351206 w 501650"/>
                <a:gd name="connsiteY47" fmla="*/ 574674 h 815634"/>
                <a:gd name="connsiteX48" fmla="*/ 349250 w 501650"/>
                <a:gd name="connsiteY48" fmla="*/ 573682 h 815634"/>
                <a:gd name="connsiteX49" fmla="*/ 381518 w 501650"/>
                <a:gd name="connsiteY49" fmla="*/ 520104 h 815634"/>
                <a:gd name="connsiteX50" fmla="*/ 439209 w 501650"/>
                <a:gd name="connsiteY50" fmla="*/ 499269 h 815634"/>
                <a:gd name="connsiteX51" fmla="*/ 484188 w 501650"/>
                <a:gd name="connsiteY51" fmla="*/ 495300 h 815634"/>
                <a:gd name="connsiteX52" fmla="*/ 254336 w 501650"/>
                <a:gd name="connsiteY52" fmla="*/ 493712 h 815634"/>
                <a:gd name="connsiteX53" fmla="*/ 283200 w 501650"/>
                <a:gd name="connsiteY53" fmla="*/ 588602 h 815634"/>
                <a:gd name="connsiteX54" fmla="*/ 253374 w 501650"/>
                <a:gd name="connsiteY54" fmla="*/ 650874 h 815634"/>
                <a:gd name="connsiteX55" fmla="*/ 224511 w 501650"/>
                <a:gd name="connsiteY55" fmla="*/ 571799 h 815634"/>
                <a:gd name="connsiteX56" fmla="*/ 254336 w 501650"/>
                <a:gd name="connsiteY56" fmla="*/ 493712 h 815634"/>
                <a:gd name="connsiteX57" fmla="*/ 299839 w 501650"/>
                <a:gd name="connsiteY57" fmla="*/ 428625 h 815634"/>
                <a:gd name="connsiteX58" fmla="*/ 342503 w 501650"/>
                <a:gd name="connsiteY58" fmla="*/ 499696 h 815634"/>
                <a:gd name="connsiteX59" fmla="*/ 331589 w 501650"/>
                <a:gd name="connsiteY59" fmla="*/ 579651 h 815634"/>
                <a:gd name="connsiteX60" fmla="*/ 328612 w 501650"/>
                <a:gd name="connsiteY60" fmla="*/ 582612 h 815634"/>
                <a:gd name="connsiteX61" fmla="*/ 284956 w 501650"/>
                <a:gd name="connsiteY61" fmla="*/ 498709 h 815634"/>
                <a:gd name="connsiteX62" fmla="*/ 291901 w 501650"/>
                <a:gd name="connsiteY62" fmla="*/ 454289 h 815634"/>
                <a:gd name="connsiteX63" fmla="*/ 299839 w 501650"/>
                <a:gd name="connsiteY63" fmla="*/ 428625 h 815634"/>
                <a:gd name="connsiteX64" fmla="*/ 500675 w 501650"/>
                <a:gd name="connsiteY64" fmla="*/ 398462 h 815634"/>
                <a:gd name="connsiteX65" fmla="*/ 501650 w 501650"/>
                <a:gd name="connsiteY65" fmla="*/ 400450 h 815634"/>
                <a:gd name="connsiteX66" fmla="*/ 442175 w 501650"/>
                <a:gd name="connsiteY66" fmla="*/ 480980 h 815634"/>
                <a:gd name="connsiteX67" fmla="*/ 377825 w 501650"/>
                <a:gd name="connsiteY67" fmla="*/ 491916 h 815634"/>
                <a:gd name="connsiteX68" fmla="*/ 399275 w 501650"/>
                <a:gd name="connsiteY68" fmla="*/ 439224 h 815634"/>
                <a:gd name="connsiteX69" fmla="*/ 463625 w 501650"/>
                <a:gd name="connsiteY69" fmla="*/ 405421 h 815634"/>
                <a:gd name="connsiteX70" fmla="*/ 500675 w 501650"/>
                <a:gd name="connsiteY70" fmla="*/ 398462 h 815634"/>
                <a:gd name="connsiteX71" fmla="*/ 322112 w 501650"/>
                <a:gd name="connsiteY71" fmla="*/ 323850 h 815634"/>
                <a:gd name="connsiteX72" fmla="*/ 366519 w 501650"/>
                <a:gd name="connsiteY72" fmla="*/ 378603 h 815634"/>
                <a:gd name="connsiteX73" fmla="*/ 380035 w 501650"/>
                <a:gd name="connsiteY73" fmla="*/ 430422 h 815634"/>
                <a:gd name="connsiteX74" fmla="*/ 367485 w 501650"/>
                <a:gd name="connsiteY74" fmla="*/ 471487 h 815634"/>
                <a:gd name="connsiteX75" fmla="*/ 319216 w 501650"/>
                <a:gd name="connsiteY75" fmla="*/ 419667 h 815634"/>
                <a:gd name="connsiteX76" fmla="*/ 322112 w 501650"/>
                <a:gd name="connsiteY76" fmla="*/ 323850 h 815634"/>
                <a:gd name="connsiteX77" fmla="*/ 488950 w 501650"/>
                <a:gd name="connsiteY77" fmla="*/ 274637 h 815634"/>
                <a:gd name="connsiteX78" fmla="*/ 467458 w 501650"/>
                <a:gd name="connsiteY78" fmla="*/ 367786 h 815634"/>
                <a:gd name="connsiteX79" fmla="*/ 413727 w 501650"/>
                <a:gd name="connsiteY79" fmla="*/ 407987 h 815634"/>
                <a:gd name="connsiteX80" fmla="*/ 408842 w 501650"/>
                <a:gd name="connsiteY80" fmla="*/ 407987 h 815634"/>
                <a:gd name="connsiteX81" fmla="*/ 418612 w 501650"/>
                <a:gd name="connsiteY81" fmla="*/ 332487 h 815634"/>
                <a:gd name="connsiteX82" fmla="*/ 450850 w 501650"/>
                <a:gd name="connsiteY82" fmla="*/ 300130 h 815634"/>
                <a:gd name="connsiteX83" fmla="*/ 488950 w 501650"/>
                <a:gd name="connsiteY83" fmla="*/ 274637 h 815634"/>
                <a:gd name="connsiteX84" fmla="*/ 317500 w 501650"/>
                <a:gd name="connsiteY84" fmla="*/ 222250 h 815634"/>
                <a:gd name="connsiteX85" fmla="*/ 319462 w 501650"/>
                <a:gd name="connsiteY85" fmla="*/ 222250 h 815634"/>
                <a:gd name="connsiteX86" fmla="*/ 381268 w 501650"/>
                <a:gd name="connsiteY86" fmla="*/ 274836 h 815634"/>
                <a:gd name="connsiteX87" fmla="*/ 395003 w 501650"/>
                <a:gd name="connsiteY87" fmla="*/ 357187 h 815634"/>
                <a:gd name="connsiteX88" fmla="*/ 328292 w 501650"/>
                <a:gd name="connsiteY88" fmla="*/ 299640 h 815634"/>
                <a:gd name="connsiteX89" fmla="*/ 318481 w 501650"/>
                <a:gd name="connsiteY89" fmla="*/ 248047 h 815634"/>
                <a:gd name="connsiteX90" fmla="*/ 317500 w 501650"/>
                <a:gd name="connsiteY90" fmla="*/ 222250 h 815634"/>
                <a:gd name="connsiteX91" fmla="*/ 440475 w 501650"/>
                <a:gd name="connsiteY91" fmla="*/ 147637 h 815634"/>
                <a:gd name="connsiteX92" fmla="*/ 443427 w 501650"/>
                <a:gd name="connsiteY92" fmla="*/ 151570 h 815634"/>
                <a:gd name="connsiteX93" fmla="*/ 455233 w 501650"/>
                <a:gd name="connsiteY93" fmla="*/ 231211 h 815634"/>
                <a:gd name="connsiteX94" fmla="*/ 412929 w 501650"/>
                <a:gd name="connsiteY94" fmla="*/ 300037 h 815634"/>
                <a:gd name="connsiteX95" fmla="*/ 396204 w 501650"/>
                <a:gd name="connsiteY95" fmla="*/ 221379 h 815634"/>
                <a:gd name="connsiteX96" fmla="*/ 440475 w 501650"/>
                <a:gd name="connsiteY96" fmla="*/ 147637 h 815634"/>
                <a:gd name="connsiteX97" fmla="*/ 257554 w 501650"/>
                <a:gd name="connsiteY97" fmla="*/ 114300 h 815634"/>
                <a:gd name="connsiteX98" fmla="*/ 335243 w 501650"/>
                <a:gd name="connsiteY98" fmla="*/ 150686 h 815634"/>
                <a:gd name="connsiteX99" fmla="*/ 366712 w 501650"/>
                <a:gd name="connsiteY99" fmla="*/ 218541 h 815634"/>
                <a:gd name="connsiteX100" fmla="*/ 366712 w 501650"/>
                <a:gd name="connsiteY100" fmla="*/ 223458 h 815634"/>
                <a:gd name="connsiteX101" fmla="*/ 301807 w 501650"/>
                <a:gd name="connsiteY101" fmla="*/ 202807 h 815634"/>
                <a:gd name="connsiteX102" fmla="*/ 274272 w 501650"/>
                <a:gd name="connsiteY102" fmla="*/ 163470 h 815634"/>
                <a:gd name="connsiteX103" fmla="*/ 255587 w 501650"/>
                <a:gd name="connsiteY103" fmla="*/ 115283 h 815634"/>
                <a:gd name="connsiteX104" fmla="*/ 257554 w 501650"/>
                <a:gd name="connsiteY104" fmla="*/ 114300 h 815634"/>
                <a:gd name="connsiteX105" fmla="*/ 378924 w 501650"/>
                <a:gd name="connsiteY105" fmla="*/ 26987 h 815634"/>
                <a:gd name="connsiteX106" fmla="*/ 409208 w 501650"/>
                <a:gd name="connsiteY106" fmla="*/ 112981 h 815634"/>
                <a:gd name="connsiteX107" fmla="*/ 381854 w 501650"/>
                <a:gd name="connsiteY107" fmla="*/ 184149 h 815634"/>
                <a:gd name="connsiteX108" fmla="*/ 349616 w 501650"/>
                <a:gd name="connsiteY108" fmla="*/ 111993 h 815634"/>
                <a:gd name="connsiteX109" fmla="*/ 378924 w 501650"/>
                <a:gd name="connsiteY109" fmla="*/ 26987 h 815634"/>
                <a:gd name="connsiteX110" fmla="*/ 238125 w 501650"/>
                <a:gd name="connsiteY110" fmla="*/ 0 h 815634"/>
                <a:gd name="connsiteX111" fmla="*/ 275385 w 501650"/>
                <a:gd name="connsiteY111" fmla="*/ 18730 h 815634"/>
                <a:gd name="connsiteX112" fmla="*/ 327352 w 501650"/>
                <a:gd name="connsiteY112" fmla="*/ 66047 h 815634"/>
                <a:gd name="connsiteX113" fmla="*/ 337158 w 501650"/>
                <a:gd name="connsiteY113" fmla="*/ 117308 h 815634"/>
                <a:gd name="connsiteX114" fmla="*/ 336177 w 501650"/>
                <a:gd name="connsiteY114" fmla="*/ 122237 h 815634"/>
                <a:gd name="connsiteX115" fmla="*/ 264599 w 501650"/>
                <a:gd name="connsiteY115" fmla="*/ 81820 h 815634"/>
                <a:gd name="connsiteX116" fmla="*/ 238125 w 501650"/>
                <a:gd name="connsiteY116" fmla="*/ 0 h 815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501650" h="815634">
                  <a:moveTo>
                    <a:pt x="39623" y="752169"/>
                  </a:moveTo>
                  <a:cubicBezTo>
                    <a:pt x="53399" y="750072"/>
                    <a:pt x="67785" y="751553"/>
                    <a:pt x="82903" y="756980"/>
                  </a:cubicBezTo>
                  <a:cubicBezTo>
                    <a:pt x="108261" y="767835"/>
                    <a:pt x="128743" y="784611"/>
                    <a:pt x="148250" y="803361"/>
                  </a:cubicBezTo>
                  <a:cubicBezTo>
                    <a:pt x="148250" y="803361"/>
                    <a:pt x="148250" y="804348"/>
                    <a:pt x="149225" y="805335"/>
                  </a:cubicBezTo>
                  <a:cubicBezTo>
                    <a:pt x="118990" y="813229"/>
                    <a:pt x="88755" y="819150"/>
                    <a:pt x="57544" y="813229"/>
                  </a:cubicBezTo>
                  <a:cubicBezTo>
                    <a:pt x="33161" y="808295"/>
                    <a:pt x="10728" y="791519"/>
                    <a:pt x="0" y="768822"/>
                  </a:cubicBezTo>
                  <a:cubicBezTo>
                    <a:pt x="12679" y="759941"/>
                    <a:pt x="25846" y="754266"/>
                    <a:pt x="39623" y="752169"/>
                  </a:cubicBezTo>
                  <a:close/>
                  <a:moveTo>
                    <a:pt x="140799" y="716767"/>
                  </a:moveTo>
                  <a:cubicBezTo>
                    <a:pt x="154231" y="713559"/>
                    <a:pt x="168641" y="714053"/>
                    <a:pt x="184272" y="718494"/>
                  </a:cubicBezTo>
                  <a:cubicBezTo>
                    <a:pt x="210649" y="726388"/>
                    <a:pt x="232141" y="742177"/>
                    <a:pt x="255587" y="759940"/>
                  </a:cubicBezTo>
                  <a:cubicBezTo>
                    <a:pt x="221395" y="771782"/>
                    <a:pt x="188179" y="782637"/>
                    <a:pt x="153010" y="773756"/>
                  </a:cubicBezTo>
                  <a:cubicBezTo>
                    <a:pt x="132495" y="768822"/>
                    <a:pt x="111979" y="754019"/>
                    <a:pt x="103187" y="737243"/>
                  </a:cubicBezTo>
                  <a:cubicBezTo>
                    <a:pt x="114910" y="726881"/>
                    <a:pt x="127366" y="719974"/>
                    <a:pt x="140799" y="716767"/>
                  </a:cubicBezTo>
                  <a:close/>
                  <a:moveTo>
                    <a:pt x="261584" y="663326"/>
                  </a:moveTo>
                  <a:cubicBezTo>
                    <a:pt x="292970" y="660400"/>
                    <a:pt x="320433" y="671127"/>
                    <a:pt x="350838" y="681854"/>
                  </a:cubicBezTo>
                  <a:cubicBezTo>
                    <a:pt x="346915" y="684779"/>
                    <a:pt x="344953" y="685755"/>
                    <a:pt x="342011" y="687705"/>
                  </a:cubicBezTo>
                  <a:cubicBezTo>
                    <a:pt x="323375" y="701357"/>
                    <a:pt x="303759" y="713059"/>
                    <a:pt x="281200" y="719886"/>
                  </a:cubicBezTo>
                  <a:cubicBezTo>
                    <a:pt x="252757" y="728662"/>
                    <a:pt x="226275" y="724761"/>
                    <a:pt x="201754" y="707208"/>
                  </a:cubicBezTo>
                  <a:cubicBezTo>
                    <a:pt x="200773" y="706233"/>
                    <a:pt x="199793" y="705258"/>
                    <a:pt x="198812" y="704283"/>
                  </a:cubicBezTo>
                  <a:cubicBezTo>
                    <a:pt x="197831" y="704283"/>
                    <a:pt x="197831" y="703308"/>
                    <a:pt x="196850" y="702332"/>
                  </a:cubicBezTo>
                  <a:cubicBezTo>
                    <a:pt x="212543" y="679904"/>
                    <a:pt x="233140" y="665276"/>
                    <a:pt x="261584" y="663326"/>
                  </a:cubicBezTo>
                  <a:close/>
                  <a:moveTo>
                    <a:pt x="131763" y="633412"/>
                  </a:moveTo>
                  <a:cubicBezTo>
                    <a:pt x="128811" y="639343"/>
                    <a:pt x="126843" y="643297"/>
                    <a:pt x="125859" y="648239"/>
                  </a:cubicBezTo>
                  <a:cubicBezTo>
                    <a:pt x="117003" y="668008"/>
                    <a:pt x="107163" y="687777"/>
                    <a:pt x="92403" y="704580"/>
                  </a:cubicBezTo>
                  <a:cubicBezTo>
                    <a:pt x="71740" y="727314"/>
                    <a:pt x="46156" y="738187"/>
                    <a:pt x="15652" y="735222"/>
                  </a:cubicBezTo>
                  <a:cubicBezTo>
                    <a:pt x="14668" y="735222"/>
                    <a:pt x="13684" y="734233"/>
                    <a:pt x="12700" y="734233"/>
                  </a:cubicBezTo>
                  <a:cubicBezTo>
                    <a:pt x="13684" y="701615"/>
                    <a:pt x="27460" y="675915"/>
                    <a:pt x="55012" y="659112"/>
                  </a:cubicBezTo>
                  <a:cubicBezTo>
                    <a:pt x="78628" y="645273"/>
                    <a:pt x="104211" y="639343"/>
                    <a:pt x="131763" y="633412"/>
                  </a:cubicBezTo>
                  <a:close/>
                  <a:moveTo>
                    <a:pt x="385441" y="588085"/>
                  </a:moveTo>
                  <a:cubicBezTo>
                    <a:pt x="399590" y="589213"/>
                    <a:pt x="413861" y="591720"/>
                    <a:pt x="428625" y="594226"/>
                  </a:cubicBezTo>
                  <a:cubicBezTo>
                    <a:pt x="406972" y="617287"/>
                    <a:pt x="386302" y="637340"/>
                    <a:pt x="358743" y="649371"/>
                  </a:cubicBezTo>
                  <a:cubicBezTo>
                    <a:pt x="334137" y="660400"/>
                    <a:pt x="309530" y="659397"/>
                    <a:pt x="284924" y="647366"/>
                  </a:cubicBezTo>
                  <a:cubicBezTo>
                    <a:pt x="283940" y="647366"/>
                    <a:pt x="282956" y="646363"/>
                    <a:pt x="281971" y="646363"/>
                  </a:cubicBezTo>
                  <a:cubicBezTo>
                    <a:pt x="281971" y="645361"/>
                    <a:pt x="280987" y="645361"/>
                    <a:pt x="280987" y="644358"/>
                  </a:cubicBezTo>
                  <a:cubicBezTo>
                    <a:pt x="292798" y="616284"/>
                    <a:pt x="313467" y="597234"/>
                    <a:pt x="342995" y="590216"/>
                  </a:cubicBezTo>
                  <a:cubicBezTo>
                    <a:pt x="357267" y="587208"/>
                    <a:pt x="371292" y="586957"/>
                    <a:pt x="385441" y="588085"/>
                  </a:cubicBezTo>
                  <a:close/>
                  <a:moveTo>
                    <a:pt x="203220" y="555625"/>
                  </a:moveTo>
                  <a:cubicBezTo>
                    <a:pt x="204210" y="560546"/>
                    <a:pt x="204210" y="563499"/>
                    <a:pt x="205199" y="567436"/>
                  </a:cubicBezTo>
                  <a:cubicBezTo>
                    <a:pt x="209158" y="594010"/>
                    <a:pt x="211137" y="621569"/>
                    <a:pt x="203220" y="648144"/>
                  </a:cubicBezTo>
                  <a:cubicBezTo>
                    <a:pt x="195303" y="673735"/>
                    <a:pt x="178480" y="692435"/>
                    <a:pt x="152750" y="703262"/>
                  </a:cubicBezTo>
                  <a:cubicBezTo>
                    <a:pt x="137906" y="677672"/>
                    <a:pt x="134937" y="651097"/>
                    <a:pt x="146812" y="623538"/>
                  </a:cubicBezTo>
                  <a:cubicBezTo>
                    <a:pt x="157698" y="599916"/>
                    <a:pt x="174522" y="582200"/>
                    <a:pt x="193324" y="565467"/>
                  </a:cubicBezTo>
                  <a:cubicBezTo>
                    <a:pt x="196293" y="562515"/>
                    <a:pt x="199262" y="559562"/>
                    <a:pt x="203220" y="555625"/>
                  </a:cubicBezTo>
                  <a:close/>
                  <a:moveTo>
                    <a:pt x="484188" y="495300"/>
                  </a:moveTo>
                  <a:cubicBezTo>
                    <a:pt x="482233" y="498276"/>
                    <a:pt x="482233" y="500261"/>
                    <a:pt x="481255" y="501253"/>
                  </a:cubicBezTo>
                  <a:cubicBezTo>
                    <a:pt x="466588" y="524073"/>
                    <a:pt x="449965" y="546893"/>
                    <a:pt x="427475" y="562768"/>
                  </a:cubicBezTo>
                  <a:cubicBezTo>
                    <a:pt x="404985" y="578643"/>
                    <a:pt x="380540" y="582612"/>
                    <a:pt x="354139" y="575667"/>
                  </a:cubicBezTo>
                  <a:cubicBezTo>
                    <a:pt x="353161" y="574674"/>
                    <a:pt x="352184" y="574674"/>
                    <a:pt x="351206" y="574674"/>
                  </a:cubicBezTo>
                  <a:cubicBezTo>
                    <a:pt x="351206" y="574674"/>
                    <a:pt x="350228" y="573682"/>
                    <a:pt x="349250" y="573682"/>
                  </a:cubicBezTo>
                  <a:cubicBezTo>
                    <a:pt x="354139" y="551854"/>
                    <a:pt x="363917" y="533003"/>
                    <a:pt x="381518" y="520104"/>
                  </a:cubicBezTo>
                  <a:cubicBezTo>
                    <a:pt x="399119" y="506214"/>
                    <a:pt x="418675" y="501253"/>
                    <a:pt x="439209" y="499269"/>
                  </a:cubicBezTo>
                  <a:cubicBezTo>
                    <a:pt x="453876" y="497284"/>
                    <a:pt x="468543" y="496292"/>
                    <a:pt x="484188" y="495300"/>
                  </a:cubicBezTo>
                  <a:close/>
                  <a:moveTo>
                    <a:pt x="254336" y="493712"/>
                  </a:moveTo>
                  <a:cubicBezTo>
                    <a:pt x="269730" y="524354"/>
                    <a:pt x="284162" y="554007"/>
                    <a:pt x="283200" y="588602"/>
                  </a:cubicBezTo>
                  <a:cubicBezTo>
                    <a:pt x="283200" y="611336"/>
                    <a:pt x="271655" y="636048"/>
                    <a:pt x="253374" y="650874"/>
                  </a:cubicBezTo>
                  <a:cubicBezTo>
                    <a:pt x="231245" y="629128"/>
                    <a:pt x="220662" y="603429"/>
                    <a:pt x="224511" y="571799"/>
                  </a:cubicBezTo>
                  <a:cubicBezTo>
                    <a:pt x="228359" y="544122"/>
                    <a:pt x="240867" y="519411"/>
                    <a:pt x="254336" y="493712"/>
                  </a:cubicBezTo>
                  <a:close/>
                  <a:moveTo>
                    <a:pt x="299839" y="428625"/>
                  </a:moveTo>
                  <a:cubicBezTo>
                    <a:pt x="318691" y="451328"/>
                    <a:pt x="334566" y="473044"/>
                    <a:pt x="342503" y="499696"/>
                  </a:cubicBezTo>
                  <a:cubicBezTo>
                    <a:pt x="352425" y="528322"/>
                    <a:pt x="348456" y="554973"/>
                    <a:pt x="331589" y="579651"/>
                  </a:cubicBezTo>
                  <a:cubicBezTo>
                    <a:pt x="330597" y="580638"/>
                    <a:pt x="329605" y="581625"/>
                    <a:pt x="328612" y="582612"/>
                  </a:cubicBezTo>
                  <a:cubicBezTo>
                    <a:pt x="296862" y="562870"/>
                    <a:pt x="280987" y="535231"/>
                    <a:pt x="284956" y="498709"/>
                  </a:cubicBezTo>
                  <a:cubicBezTo>
                    <a:pt x="285948" y="483902"/>
                    <a:pt x="288925" y="469096"/>
                    <a:pt x="291901" y="454289"/>
                  </a:cubicBezTo>
                  <a:cubicBezTo>
                    <a:pt x="293886" y="446393"/>
                    <a:pt x="296862" y="438496"/>
                    <a:pt x="299839" y="428625"/>
                  </a:cubicBezTo>
                  <a:close/>
                  <a:moveTo>
                    <a:pt x="500675" y="398462"/>
                  </a:moveTo>
                  <a:cubicBezTo>
                    <a:pt x="500675" y="398462"/>
                    <a:pt x="501650" y="399456"/>
                    <a:pt x="501650" y="400450"/>
                  </a:cubicBezTo>
                  <a:cubicBezTo>
                    <a:pt x="487025" y="431270"/>
                    <a:pt x="471425" y="461096"/>
                    <a:pt x="442175" y="480980"/>
                  </a:cubicBezTo>
                  <a:cubicBezTo>
                    <a:pt x="422675" y="493904"/>
                    <a:pt x="401225" y="496887"/>
                    <a:pt x="377825" y="491916"/>
                  </a:cubicBezTo>
                  <a:cubicBezTo>
                    <a:pt x="379775" y="472032"/>
                    <a:pt x="386600" y="454137"/>
                    <a:pt x="399275" y="439224"/>
                  </a:cubicBezTo>
                  <a:cubicBezTo>
                    <a:pt x="416825" y="419340"/>
                    <a:pt x="440225" y="410392"/>
                    <a:pt x="463625" y="405421"/>
                  </a:cubicBezTo>
                  <a:cubicBezTo>
                    <a:pt x="476300" y="402439"/>
                    <a:pt x="488000" y="400450"/>
                    <a:pt x="500675" y="398462"/>
                  </a:cubicBezTo>
                  <a:close/>
                  <a:moveTo>
                    <a:pt x="322112" y="323850"/>
                  </a:moveTo>
                  <a:cubicBezTo>
                    <a:pt x="339489" y="340471"/>
                    <a:pt x="354935" y="358070"/>
                    <a:pt x="366519" y="378603"/>
                  </a:cubicBezTo>
                  <a:cubicBezTo>
                    <a:pt x="375208" y="394246"/>
                    <a:pt x="381000" y="411845"/>
                    <a:pt x="380035" y="430422"/>
                  </a:cubicBezTo>
                  <a:cubicBezTo>
                    <a:pt x="379069" y="445088"/>
                    <a:pt x="375208" y="458776"/>
                    <a:pt x="367485" y="471487"/>
                  </a:cubicBezTo>
                  <a:cubicBezTo>
                    <a:pt x="344316" y="460732"/>
                    <a:pt x="326939" y="444110"/>
                    <a:pt x="319216" y="419667"/>
                  </a:cubicBezTo>
                  <a:cubicBezTo>
                    <a:pt x="309562" y="387402"/>
                    <a:pt x="316320" y="356115"/>
                    <a:pt x="322112" y="323850"/>
                  </a:cubicBezTo>
                  <a:close/>
                  <a:moveTo>
                    <a:pt x="488950" y="274637"/>
                  </a:moveTo>
                  <a:cubicBezTo>
                    <a:pt x="486996" y="307974"/>
                    <a:pt x="484066" y="339351"/>
                    <a:pt x="467458" y="367786"/>
                  </a:cubicBezTo>
                  <a:cubicBezTo>
                    <a:pt x="454758" y="388377"/>
                    <a:pt x="437173" y="401123"/>
                    <a:pt x="413727" y="407987"/>
                  </a:cubicBezTo>
                  <a:cubicBezTo>
                    <a:pt x="411773" y="407987"/>
                    <a:pt x="410796" y="407987"/>
                    <a:pt x="408842" y="407987"/>
                  </a:cubicBezTo>
                  <a:cubicBezTo>
                    <a:pt x="400050" y="381513"/>
                    <a:pt x="402004" y="355039"/>
                    <a:pt x="418612" y="332487"/>
                  </a:cubicBezTo>
                  <a:cubicBezTo>
                    <a:pt x="427404" y="320721"/>
                    <a:pt x="439127" y="309935"/>
                    <a:pt x="450850" y="300130"/>
                  </a:cubicBezTo>
                  <a:cubicBezTo>
                    <a:pt x="461596" y="291306"/>
                    <a:pt x="474296" y="284442"/>
                    <a:pt x="488950" y="274637"/>
                  </a:cubicBezTo>
                  <a:close/>
                  <a:moveTo>
                    <a:pt x="317500" y="222250"/>
                  </a:moveTo>
                  <a:cubicBezTo>
                    <a:pt x="318481" y="222250"/>
                    <a:pt x="319462" y="222250"/>
                    <a:pt x="319462" y="222250"/>
                  </a:cubicBezTo>
                  <a:cubicBezTo>
                    <a:pt x="343007" y="237133"/>
                    <a:pt x="364590" y="253008"/>
                    <a:pt x="381268" y="274836"/>
                  </a:cubicBezTo>
                  <a:cubicBezTo>
                    <a:pt x="399908" y="299640"/>
                    <a:pt x="404813" y="327421"/>
                    <a:pt x="395003" y="357187"/>
                  </a:cubicBezTo>
                  <a:cubicBezTo>
                    <a:pt x="361647" y="350242"/>
                    <a:pt x="339083" y="331390"/>
                    <a:pt x="328292" y="299640"/>
                  </a:cubicBezTo>
                  <a:cubicBezTo>
                    <a:pt x="323386" y="282773"/>
                    <a:pt x="321424" y="265906"/>
                    <a:pt x="318481" y="248047"/>
                  </a:cubicBezTo>
                  <a:cubicBezTo>
                    <a:pt x="317500" y="240109"/>
                    <a:pt x="317500" y="231180"/>
                    <a:pt x="317500" y="222250"/>
                  </a:cubicBezTo>
                  <a:close/>
                  <a:moveTo>
                    <a:pt x="440475" y="147637"/>
                  </a:moveTo>
                  <a:cubicBezTo>
                    <a:pt x="441459" y="149603"/>
                    <a:pt x="442443" y="150587"/>
                    <a:pt x="443427" y="151570"/>
                  </a:cubicBezTo>
                  <a:cubicBezTo>
                    <a:pt x="451297" y="178117"/>
                    <a:pt x="457200" y="203681"/>
                    <a:pt x="455233" y="231211"/>
                  </a:cubicBezTo>
                  <a:cubicBezTo>
                    <a:pt x="452281" y="261691"/>
                    <a:pt x="438508" y="283322"/>
                    <a:pt x="412929" y="300037"/>
                  </a:cubicBezTo>
                  <a:cubicBezTo>
                    <a:pt x="394237" y="276439"/>
                    <a:pt x="387350" y="249892"/>
                    <a:pt x="396204" y="221379"/>
                  </a:cubicBezTo>
                  <a:cubicBezTo>
                    <a:pt x="404075" y="192865"/>
                    <a:pt x="422767" y="170251"/>
                    <a:pt x="440475" y="147637"/>
                  </a:cubicBezTo>
                  <a:close/>
                  <a:moveTo>
                    <a:pt x="257554" y="114300"/>
                  </a:moveTo>
                  <a:cubicBezTo>
                    <a:pt x="285089" y="123151"/>
                    <a:pt x="312625" y="132001"/>
                    <a:pt x="335243" y="150686"/>
                  </a:cubicBezTo>
                  <a:cubicBezTo>
                    <a:pt x="355895" y="168387"/>
                    <a:pt x="366712" y="191006"/>
                    <a:pt x="366712" y="218541"/>
                  </a:cubicBezTo>
                  <a:cubicBezTo>
                    <a:pt x="366712" y="220508"/>
                    <a:pt x="366712" y="221491"/>
                    <a:pt x="366712" y="223458"/>
                  </a:cubicBezTo>
                  <a:cubicBezTo>
                    <a:pt x="342127" y="225425"/>
                    <a:pt x="320492" y="219524"/>
                    <a:pt x="301807" y="202807"/>
                  </a:cubicBezTo>
                  <a:cubicBezTo>
                    <a:pt x="290006" y="191989"/>
                    <a:pt x="280172" y="178221"/>
                    <a:pt x="274272" y="163470"/>
                  </a:cubicBezTo>
                  <a:cubicBezTo>
                    <a:pt x="267388" y="147736"/>
                    <a:pt x="262471" y="132001"/>
                    <a:pt x="255587" y="115283"/>
                  </a:cubicBezTo>
                  <a:cubicBezTo>
                    <a:pt x="256571" y="115283"/>
                    <a:pt x="257554" y="115283"/>
                    <a:pt x="257554" y="114300"/>
                  </a:cubicBezTo>
                  <a:close/>
                  <a:moveTo>
                    <a:pt x="378924" y="26987"/>
                  </a:moveTo>
                  <a:cubicBezTo>
                    <a:pt x="393578" y="55652"/>
                    <a:pt x="407254" y="82340"/>
                    <a:pt x="409208" y="112981"/>
                  </a:cubicBezTo>
                  <a:cubicBezTo>
                    <a:pt x="411162" y="141646"/>
                    <a:pt x="401393" y="164380"/>
                    <a:pt x="381854" y="184149"/>
                  </a:cubicBezTo>
                  <a:cubicBezTo>
                    <a:pt x="359385" y="164380"/>
                    <a:pt x="347662" y="141646"/>
                    <a:pt x="349616" y="111993"/>
                  </a:cubicBezTo>
                  <a:cubicBezTo>
                    <a:pt x="351570" y="81351"/>
                    <a:pt x="364270" y="54663"/>
                    <a:pt x="378924" y="26987"/>
                  </a:cubicBezTo>
                  <a:close/>
                  <a:moveTo>
                    <a:pt x="238125" y="0"/>
                  </a:moveTo>
                  <a:cubicBezTo>
                    <a:pt x="251852" y="6900"/>
                    <a:pt x="263619" y="12815"/>
                    <a:pt x="275385" y="18730"/>
                  </a:cubicBezTo>
                  <a:cubicBezTo>
                    <a:pt x="296956" y="30559"/>
                    <a:pt x="315586" y="45346"/>
                    <a:pt x="327352" y="66047"/>
                  </a:cubicBezTo>
                  <a:cubicBezTo>
                    <a:pt x="336177" y="81820"/>
                    <a:pt x="338138" y="99564"/>
                    <a:pt x="337158" y="117308"/>
                  </a:cubicBezTo>
                  <a:cubicBezTo>
                    <a:pt x="337158" y="119280"/>
                    <a:pt x="336177" y="120265"/>
                    <a:pt x="336177" y="122237"/>
                  </a:cubicBezTo>
                  <a:cubicBezTo>
                    <a:pt x="304800" y="120265"/>
                    <a:pt x="280287" y="107450"/>
                    <a:pt x="264599" y="81820"/>
                  </a:cubicBezTo>
                  <a:cubicBezTo>
                    <a:pt x="248911" y="57175"/>
                    <a:pt x="243028" y="29573"/>
                    <a:pt x="2381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67" name="www.koppt.cn">
              <a:extLst>
                <a:ext uri="{FF2B5EF4-FFF2-40B4-BE49-F238E27FC236}">
                  <a16:creationId xmlns:a16="http://schemas.microsoft.com/office/drawing/2014/main" id="{2445229F-06D0-4B60-BB78-2BDEEDC60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5736" y="1975682"/>
              <a:ext cx="504825" cy="813984"/>
            </a:xfrm>
            <a:custGeom>
              <a:avLst/>
              <a:gdLst>
                <a:gd name="connsiteX0" fmla="*/ 460580 w 504825"/>
                <a:gd name="connsiteY0" fmla="*/ 749708 h 813984"/>
                <a:gd name="connsiteX1" fmla="*/ 504825 w 504825"/>
                <a:gd name="connsiteY1" fmla="*/ 766671 h 813984"/>
                <a:gd name="connsiteX2" fmla="*/ 445832 w 504825"/>
                <a:gd name="connsiteY2" fmla="*/ 811575 h 813984"/>
                <a:gd name="connsiteX3" fmla="*/ 352425 w 504825"/>
                <a:gd name="connsiteY3" fmla="*/ 802594 h 813984"/>
                <a:gd name="connsiteX4" fmla="*/ 405519 w 504825"/>
                <a:gd name="connsiteY4" fmla="*/ 762680 h 813984"/>
                <a:gd name="connsiteX5" fmla="*/ 460580 w 504825"/>
                <a:gd name="connsiteY5" fmla="*/ 749708 h 813984"/>
                <a:gd name="connsiteX6" fmla="*/ 364735 w 504825"/>
                <a:gd name="connsiteY6" fmla="*/ 715339 h 813984"/>
                <a:gd name="connsiteX7" fmla="*/ 401638 w 504825"/>
                <a:gd name="connsiteY7" fmla="*/ 735330 h 813984"/>
                <a:gd name="connsiteX8" fmla="*/ 319249 w 504825"/>
                <a:gd name="connsiteY8" fmla="*/ 774337 h 813984"/>
                <a:gd name="connsiteX9" fmla="*/ 247650 w 504825"/>
                <a:gd name="connsiteY9" fmla="*/ 757759 h 813984"/>
                <a:gd name="connsiteX10" fmla="*/ 257458 w 504825"/>
                <a:gd name="connsiteY10" fmla="*/ 749957 h 813984"/>
                <a:gd name="connsiteX11" fmla="*/ 324153 w 504825"/>
                <a:gd name="connsiteY11" fmla="*/ 715826 h 813984"/>
                <a:gd name="connsiteX12" fmla="*/ 364735 w 504825"/>
                <a:gd name="connsiteY12" fmla="*/ 715339 h 813984"/>
                <a:gd name="connsiteX13" fmla="*/ 248149 w 504825"/>
                <a:gd name="connsiteY13" fmla="*/ 660513 h 813984"/>
                <a:gd name="connsiteX14" fmla="*/ 306388 w 504825"/>
                <a:gd name="connsiteY14" fmla="*/ 700495 h 813984"/>
                <a:gd name="connsiteX15" fmla="*/ 261968 w 504825"/>
                <a:gd name="connsiteY15" fmla="*/ 720973 h 813984"/>
                <a:gd name="connsiteX16" fmla="*/ 202742 w 504825"/>
                <a:gd name="connsiteY16" fmla="*/ 709271 h 813984"/>
                <a:gd name="connsiteX17" fmla="*/ 152400 w 504825"/>
                <a:gd name="connsiteY17" fmla="*/ 680991 h 813984"/>
                <a:gd name="connsiteX18" fmla="*/ 153387 w 504825"/>
                <a:gd name="connsiteY18" fmla="*/ 679041 h 813984"/>
                <a:gd name="connsiteX19" fmla="*/ 248149 w 504825"/>
                <a:gd name="connsiteY19" fmla="*/ 660513 h 813984"/>
                <a:gd name="connsiteX20" fmla="*/ 371475 w 504825"/>
                <a:gd name="connsiteY20" fmla="*/ 631825 h 813984"/>
                <a:gd name="connsiteX21" fmla="*/ 396849 w 504825"/>
                <a:gd name="connsiteY21" fmla="*/ 637756 h 813984"/>
                <a:gd name="connsiteX22" fmla="*/ 457357 w 504825"/>
                <a:gd name="connsiteY22" fmla="*/ 664444 h 813984"/>
                <a:gd name="connsiteX23" fmla="*/ 489562 w 504825"/>
                <a:gd name="connsiteY23" fmla="*/ 732646 h 813984"/>
                <a:gd name="connsiteX24" fmla="*/ 425151 w 504825"/>
                <a:gd name="connsiteY24" fmla="*/ 715843 h 813984"/>
                <a:gd name="connsiteX25" fmla="*/ 371475 w 504825"/>
                <a:gd name="connsiteY25" fmla="*/ 631825 h 813984"/>
                <a:gd name="connsiteX26" fmla="*/ 121911 w 504825"/>
                <a:gd name="connsiteY26" fmla="*/ 585849 h 813984"/>
                <a:gd name="connsiteX27" fmla="*/ 168475 w 504825"/>
                <a:gd name="connsiteY27" fmla="*/ 590921 h 813984"/>
                <a:gd name="connsiteX28" fmla="*/ 222251 w 504825"/>
                <a:gd name="connsiteY28" fmla="*/ 642381 h 813984"/>
                <a:gd name="connsiteX29" fmla="*/ 191941 w 504825"/>
                <a:gd name="connsiteY29" fmla="*/ 653266 h 813984"/>
                <a:gd name="connsiteX30" fmla="*/ 131322 w 504825"/>
                <a:gd name="connsiteY30" fmla="*/ 640401 h 813984"/>
                <a:gd name="connsiteX31" fmla="*/ 74613 w 504825"/>
                <a:gd name="connsiteY31" fmla="*/ 591911 h 813984"/>
                <a:gd name="connsiteX32" fmla="*/ 121911 w 504825"/>
                <a:gd name="connsiteY32" fmla="*/ 585849 h 813984"/>
                <a:gd name="connsiteX33" fmla="*/ 299889 w 504825"/>
                <a:gd name="connsiteY33" fmla="*/ 554037 h 813984"/>
                <a:gd name="connsiteX34" fmla="*/ 362204 w 504825"/>
                <a:gd name="connsiteY34" fmla="*/ 644588 h 813984"/>
                <a:gd name="connsiteX35" fmla="*/ 349546 w 504825"/>
                <a:gd name="connsiteY35" fmla="*/ 701674 h 813984"/>
                <a:gd name="connsiteX36" fmla="*/ 298916 w 504825"/>
                <a:gd name="connsiteY36" fmla="*/ 640651 h 813984"/>
                <a:gd name="connsiteX37" fmla="*/ 299889 w 504825"/>
                <a:gd name="connsiteY37" fmla="*/ 554037 h 813984"/>
                <a:gd name="connsiteX38" fmla="*/ 19050 w 504825"/>
                <a:gd name="connsiteY38" fmla="*/ 493712 h 813984"/>
                <a:gd name="connsiteX39" fmla="*/ 53273 w 504825"/>
                <a:gd name="connsiteY39" fmla="*/ 495683 h 813984"/>
                <a:gd name="connsiteX40" fmla="*/ 96297 w 504825"/>
                <a:gd name="connsiteY40" fmla="*/ 504551 h 813984"/>
                <a:gd name="connsiteX41" fmla="*/ 153988 w 504825"/>
                <a:gd name="connsiteY41" fmla="*/ 570569 h 813984"/>
                <a:gd name="connsiteX42" fmla="*/ 80652 w 504825"/>
                <a:gd name="connsiteY42" fmla="*/ 562686 h 813984"/>
                <a:gd name="connsiteX43" fmla="*/ 19050 w 504825"/>
                <a:gd name="connsiteY43" fmla="*/ 493712 h 813984"/>
                <a:gd name="connsiteX44" fmla="*/ 249333 w 504825"/>
                <a:gd name="connsiteY44" fmla="*/ 492125 h 813984"/>
                <a:gd name="connsiteX45" fmla="*/ 280182 w 504825"/>
                <a:gd name="connsiteY45" fmla="*/ 573177 h 813984"/>
                <a:gd name="connsiteX46" fmla="*/ 250328 w 504825"/>
                <a:gd name="connsiteY46" fmla="*/ 649287 h 813984"/>
                <a:gd name="connsiteX47" fmla="*/ 220473 w 504825"/>
                <a:gd name="connsiteY47" fmla="*/ 595911 h 813984"/>
                <a:gd name="connsiteX48" fmla="*/ 233410 w 504825"/>
                <a:gd name="connsiteY48" fmla="*/ 525732 h 813984"/>
                <a:gd name="connsiteX49" fmla="*/ 249333 w 504825"/>
                <a:gd name="connsiteY49" fmla="*/ 492125 h 813984"/>
                <a:gd name="connsiteX50" fmla="*/ 203454 w 504825"/>
                <a:gd name="connsiteY50" fmla="*/ 427037 h 813984"/>
                <a:gd name="connsiteX51" fmla="*/ 218294 w 504825"/>
                <a:gd name="connsiteY51" fmla="*/ 513561 h 813984"/>
                <a:gd name="connsiteX52" fmla="*/ 174764 w 504825"/>
                <a:gd name="connsiteY52" fmla="*/ 579437 h 813984"/>
                <a:gd name="connsiteX53" fmla="*/ 159924 w 504825"/>
                <a:gd name="connsiteY53" fmla="*/ 552890 h 813984"/>
                <a:gd name="connsiteX54" fmla="*/ 160913 w 504825"/>
                <a:gd name="connsiteY54" fmla="*/ 497829 h 813984"/>
                <a:gd name="connsiteX55" fmla="*/ 203454 w 504825"/>
                <a:gd name="connsiteY55" fmla="*/ 427037 h 813984"/>
                <a:gd name="connsiteX56" fmla="*/ 1959 w 504825"/>
                <a:gd name="connsiteY56" fmla="*/ 396875 h 813984"/>
                <a:gd name="connsiteX57" fmla="*/ 95039 w 504825"/>
                <a:gd name="connsiteY57" fmla="*/ 428176 h 813984"/>
                <a:gd name="connsiteX58" fmla="*/ 125413 w 504825"/>
                <a:gd name="connsiteY58" fmla="*/ 488821 h 813984"/>
                <a:gd name="connsiteX59" fmla="*/ 61727 w 504825"/>
                <a:gd name="connsiteY59" fmla="*/ 478061 h 813984"/>
                <a:gd name="connsiteX60" fmla="*/ 23515 w 504825"/>
                <a:gd name="connsiteY60" fmla="*/ 438935 h 813984"/>
                <a:gd name="connsiteX61" fmla="*/ 0 w 504825"/>
                <a:gd name="connsiteY61" fmla="*/ 398831 h 813984"/>
                <a:gd name="connsiteX62" fmla="*/ 1959 w 504825"/>
                <a:gd name="connsiteY62" fmla="*/ 396875 h 813984"/>
                <a:gd name="connsiteX63" fmla="*/ 180715 w 504825"/>
                <a:gd name="connsiteY63" fmla="*/ 320675 h 813984"/>
                <a:gd name="connsiteX64" fmla="*/ 186586 w 504825"/>
                <a:gd name="connsiteY64" fmla="*/ 354054 h 813984"/>
                <a:gd name="connsiteX65" fmla="*/ 184629 w 504825"/>
                <a:gd name="connsiteY65" fmla="*/ 414922 h 813984"/>
                <a:gd name="connsiteX66" fmla="*/ 135699 w 504825"/>
                <a:gd name="connsiteY66" fmla="*/ 469900 h 813984"/>
                <a:gd name="connsiteX67" fmla="*/ 124934 w 504825"/>
                <a:gd name="connsiteY67" fmla="*/ 402160 h 813984"/>
                <a:gd name="connsiteX68" fmla="*/ 180715 w 504825"/>
                <a:gd name="connsiteY68" fmla="*/ 320675 h 813984"/>
                <a:gd name="connsiteX69" fmla="*/ 14288 w 504825"/>
                <a:gd name="connsiteY69" fmla="*/ 273050 h 813984"/>
                <a:gd name="connsiteX70" fmla="*/ 27074 w 504825"/>
                <a:gd name="connsiteY70" fmla="*/ 280894 h 813984"/>
                <a:gd name="connsiteX71" fmla="*/ 75269 w 504825"/>
                <a:gd name="connsiteY71" fmla="*/ 317173 h 813984"/>
                <a:gd name="connsiteX72" fmla="*/ 96907 w 504825"/>
                <a:gd name="connsiteY72" fmla="*/ 401497 h 813984"/>
                <a:gd name="connsiteX73" fmla="*/ 95924 w 504825"/>
                <a:gd name="connsiteY73" fmla="*/ 406400 h 813984"/>
                <a:gd name="connsiteX74" fmla="*/ 35926 w 504825"/>
                <a:gd name="connsiteY74" fmla="*/ 364238 h 813984"/>
                <a:gd name="connsiteX75" fmla="*/ 17239 w 504825"/>
                <a:gd name="connsiteY75" fmla="*/ 298543 h 813984"/>
                <a:gd name="connsiteX76" fmla="*/ 14288 w 504825"/>
                <a:gd name="connsiteY76" fmla="*/ 273050 h 813984"/>
                <a:gd name="connsiteX77" fmla="*/ 185738 w 504825"/>
                <a:gd name="connsiteY77" fmla="*/ 219075 h 813984"/>
                <a:gd name="connsiteX78" fmla="*/ 168128 w 504825"/>
                <a:gd name="connsiteY78" fmla="*/ 311966 h 813984"/>
                <a:gd name="connsiteX79" fmla="*/ 108448 w 504825"/>
                <a:gd name="connsiteY79" fmla="*/ 354012 h 813984"/>
                <a:gd name="connsiteX80" fmla="*/ 112362 w 504825"/>
                <a:gd name="connsiteY80" fmla="*/ 288499 h 813984"/>
                <a:gd name="connsiteX81" fmla="*/ 165193 w 504825"/>
                <a:gd name="connsiteY81" fmla="*/ 233742 h 813984"/>
                <a:gd name="connsiteX82" fmla="*/ 185738 w 504825"/>
                <a:gd name="connsiteY82" fmla="*/ 219075 h 813984"/>
                <a:gd name="connsiteX83" fmla="*/ 62253 w 504825"/>
                <a:gd name="connsiteY83" fmla="*/ 144462 h 813984"/>
                <a:gd name="connsiteX84" fmla="*/ 69079 w 504825"/>
                <a:gd name="connsiteY84" fmla="*/ 152277 h 813984"/>
                <a:gd name="connsiteX85" fmla="*/ 106136 w 504825"/>
                <a:gd name="connsiteY85" fmla="*/ 214800 h 813984"/>
                <a:gd name="connsiteX86" fmla="*/ 90533 w 504825"/>
                <a:gd name="connsiteY86" fmla="*/ 296862 h 813984"/>
                <a:gd name="connsiteX87" fmla="*/ 48600 w 504825"/>
                <a:gd name="connsiteY87" fmla="*/ 225546 h 813984"/>
                <a:gd name="connsiteX88" fmla="*/ 62253 w 504825"/>
                <a:gd name="connsiteY88" fmla="*/ 144462 h 813984"/>
                <a:gd name="connsiteX89" fmla="*/ 247651 w 504825"/>
                <a:gd name="connsiteY89" fmla="*/ 111125 h 813984"/>
                <a:gd name="connsiteX90" fmla="*/ 201181 w 504825"/>
                <a:gd name="connsiteY90" fmla="*/ 200615 h 813984"/>
                <a:gd name="connsiteX91" fmla="*/ 135927 w 504825"/>
                <a:gd name="connsiteY91" fmla="*/ 220283 h 813984"/>
                <a:gd name="connsiteX92" fmla="*/ 141859 w 504825"/>
                <a:gd name="connsiteY92" fmla="*/ 183897 h 813984"/>
                <a:gd name="connsiteX93" fmla="*/ 173498 w 504825"/>
                <a:gd name="connsiteY93" fmla="*/ 143577 h 813984"/>
                <a:gd name="connsiteX94" fmla="*/ 247651 w 504825"/>
                <a:gd name="connsiteY94" fmla="*/ 111125 h 813984"/>
                <a:gd name="connsiteX95" fmla="*/ 124313 w 504825"/>
                <a:gd name="connsiteY95" fmla="*/ 25400 h 813984"/>
                <a:gd name="connsiteX96" fmla="*/ 153621 w 504825"/>
                <a:gd name="connsiteY96" fmla="*/ 119332 h 813984"/>
                <a:gd name="connsiteX97" fmla="*/ 122359 w 504825"/>
                <a:gd name="connsiteY97" fmla="*/ 180975 h 813984"/>
                <a:gd name="connsiteX98" fmla="*/ 94029 w 504825"/>
                <a:gd name="connsiteY98" fmla="*/ 124224 h 813984"/>
                <a:gd name="connsiteX99" fmla="*/ 113567 w 504825"/>
                <a:gd name="connsiteY99" fmla="*/ 45948 h 813984"/>
                <a:gd name="connsiteX100" fmla="*/ 124313 w 504825"/>
                <a:gd name="connsiteY100" fmla="*/ 25400 h 813984"/>
                <a:gd name="connsiteX101" fmla="*/ 265113 w 504825"/>
                <a:gd name="connsiteY101" fmla="*/ 0 h 813984"/>
                <a:gd name="connsiteX102" fmla="*/ 221711 w 504825"/>
                <a:gd name="connsiteY102" fmla="*/ 101032 h 813984"/>
                <a:gd name="connsiteX103" fmla="*/ 166472 w 504825"/>
                <a:gd name="connsiteY103" fmla="*/ 120650 h 813984"/>
                <a:gd name="connsiteX104" fmla="*/ 175350 w 504825"/>
                <a:gd name="connsiteY104" fmla="*/ 64739 h 813984"/>
                <a:gd name="connsiteX105" fmla="*/ 204942 w 504825"/>
                <a:gd name="connsiteY105" fmla="*/ 32369 h 813984"/>
                <a:gd name="connsiteX106" fmla="*/ 265113 w 504825"/>
                <a:gd name="connsiteY106" fmla="*/ 0 h 81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504825" h="813984">
                  <a:moveTo>
                    <a:pt x="460580" y="749708"/>
                  </a:moveTo>
                  <a:cubicBezTo>
                    <a:pt x="476312" y="750706"/>
                    <a:pt x="491060" y="757691"/>
                    <a:pt x="504825" y="766671"/>
                  </a:cubicBezTo>
                  <a:cubicBezTo>
                    <a:pt x="491060" y="790620"/>
                    <a:pt x="472379" y="806586"/>
                    <a:pt x="445832" y="811575"/>
                  </a:cubicBezTo>
                  <a:cubicBezTo>
                    <a:pt x="414368" y="817562"/>
                    <a:pt x="383888" y="811575"/>
                    <a:pt x="352425" y="802594"/>
                  </a:cubicBezTo>
                  <a:cubicBezTo>
                    <a:pt x="370123" y="787626"/>
                    <a:pt x="386838" y="772659"/>
                    <a:pt x="405519" y="762680"/>
                  </a:cubicBezTo>
                  <a:cubicBezTo>
                    <a:pt x="422234" y="752701"/>
                    <a:pt x="440915" y="747712"/>
                    <a:pt x="460580" y="749708"/>
                  </a:cubicBezTo>
                  <a:close/>
                  <a:moveTo>
                    <a:pt x="364735" y="715339"/>
                  </a:moveTo>
                  <a:cubicBezTo>
                    <a:pt x="377608" y="718752"/>
                    <a:pt x="389868" y="725578"/>
                    <a:pt x="401638" y="735330"/>
                  </a:cubicBezTo>
                  <a:cubicBezTo>
                    <a:pt x="381041" y="764585"/>
                    <a:pt x="353578" y="776287"/>
                    <a:pt x="319249" y="774337"/>
                  </a:cubicBezTo>
                  <a:cubicBezTo>
                    <a:pt x="294729" y="773362"/>
                    <a:pt x="272170" y="766535"/>
                    <a:pt x="247650" y="757759"/>
                  </a:cubicBezTo>
                  <a:cubicBezTo>
                    <a:pt x="251573" y="754833"/>
                    <a:pt x="254516" y="751908"/>
                    <a:pt x="257458" y="749957"/>
                  </a:cubicBezTo>
                  <a:cubicBezTo>
                    <a:pt x="278055" y="735330"/>
                    <a:pt x="298652" y="721677"/>
                    <a:pt x="324153" y="715826"/>
                  </a:cubicBezTo>
                  <a:cubicBezTo>
                    <a:pt x="338375" y="711925"/>
                    <a:pt x="351861" y="711925"/>
                    <a:pt x="364735" y="715339"/>
                  </a:cubicBezTo>
                  <a:close/>
                  <a:moveTo>
                    <a:pt x="248149" y="660513"/>
                  </a:moveTo>
                  <a:cubicBezTo>
                    <a:pt x="270852" y="664413"/>
                    <a:pt x="292568" y="679041"/>
                    <a:pt x="306388" y="700495"/>
                  </a:cubicBezTo>
                  <a:cubicBezTo>
                    <a:pt x="293556" y="711222"/>
                    <a:pt x="278749" y="718048"/>
                    <a:pt x="261968" y="720973"/>
                  </a:cubicBezTo>
                  <a:cubicBezTo>
                    <a:pt x="241239" y="723899"/>
                    <a:pt x="221497" y="719023"/>
                    <a:pt x="202742" y="709271"/>
                  </a:cubicBezTo>
                  <a:cubicBezTo>
                    <a:pt x="185961" y="701470"/>
                    <a:pt x="169181" y="690743"/>
                    <a:pt x="152400" y="680991"/>
                  </a:cubicBezTo>
                  <a:cubicBezTo>
                    <a:pt x="152400" y="680016"/>
                    <a:pt x="152400" y="679041"/>
                    <a:pt x="153387" y="679041"/>
                  </a:cubicBezTo>
                  <a:cubicBezTo>
                    <a:pt x="183987" y="667339"/>
                    <a:pt x="214587" y="655637"/>
                    <a:pt x="248149" y="660513"/>
                  </a:cubicBezTo>
                  <a:close/>
                  <a:moveTo>
                    <a:pt x="371475" y="631825"/>
                  </a:moveTo>
                  <a:cubicBezTo>
                    <a:pt x="381234" y="633802"/>
                    <a:pt x="389042" y="635779"/>
                    <a:pt x="396849" y="637756"/>
                  </a:cubicBezTo>
                  <a:cubicBezTo>
                    <a:pt x="418320" y="642698"/>
                    <a:pt x="439790" y="650605"/>
                    <a:pt x="457357" y="664444"/>
                  </a:cubicBezTo>
                  <a:cubicBezTo>
                    <a:pt x="477851" y="680259"/>
                    <a:pt x="490538" y="705958"/>
                    <a:pt x="489562" y="732646"/>
                  </a:cubicBezTo>
                  <a:cubicBezTo>
                    <a:pt x="466140" y="736600"/>
                    <a:pt x="443694" y="731658"/>
                    <a:pt x="425151" y="715843"/>
                  </a:cubicBezTo>
                  <a:cubicBezTo>
                    <a:pt x="398801" y="695085"/>
                    <a:pt x="385138" y="664444"/>
                    <a:pt x="371475" y="631825"/>
                  </a:cubicBezTo>
                  <a:close/>
                  <a:moveTo>
                    <a:pt x="121911" y="585849"/>
                  </a:moveTo>
                  <a:cubicBezTo>
                    <a:pt x="137432" y="584983"/>
                    <a:pt x="152832" y="585973"/>
                    <a:pt x="168475" y="590921"/>
                  </a:cubicBezTo>
                  <a:cubicBezTo>
                    <a:pt x="193897" y="598838"/>
                    <a:pt x="210518" y="616651"/>
                    <a:pt x="222251" y="642381"/>
                  </a:cubicBezTo>
                  <a:cubicBezTo>
                    <a:pt x="212474" y="648318"/>
                    <a:pt x="202696" y="651287"/>
                    <a:pt x="191941" y="653266"/>
                  </a:cubicBezTo>
                  <a:cubicBezTo>
                    <a:pt x="169453" y="657225"/>
                    <a:pt x="149898" y="651287"/>
                    <a:pt x="131322" y="640401"/>
                  </a:cubicBezTo>
                  <a:cubicBezTo>
                    <a:pt x="109811" y="627537"/>
                    <a:pt x="92212" y="610713"/>
                    <a:pt x="74613" y="591911"/>
                  </a:cubicBezTo>
                  <a:cubicBezTo>
                    <a:pt x="90746" y="589437"/>
                    <a:pt x="106389" y="586715"/>
                    <a:pt x="121911" y="585849"/>
                  </a:cubicBezTo>
                  <a:close/>
                  <a:moveTo>
                    <a:pt x="299889" y="554037"/>
                  </a:moveTo>
                  <a:cubicBezTo>
                    <a:pt x="327152" y="580612"/>
                    <a:pt x="355388" y="605218"/>
                    <a:pt x="362204" y="644588"/>
                  </a:cubicBezTo>
                  <a:cubicBezTo>
                    <a:pt x="365125" y="664272"/>
                    <a:pt x="360257" y="683957"/>
                    <a:pt x="349546" y="701674"/>
                  </a:cubicBezTo>
                  <a:cubicBezTo>
                    <a:pt x="323257" y="689863"/>
                    <a:pt x="305731" y="669194"/>
                    <a:pt x="298916" y="640651"/>
                  </a:cubicBezTo>
                  <a:cubicBezTo>
                    <a:pt x="292100" y="613092"/>
                    <a:pt x="295021" y="584549"/>
                    <a:pt x="299889" y="554037"/>
                  </a:cubicBezTo>
                  <a:close/>
                  <a:moveTo>
                    <a:pt x="19050" y="493712"/>
                  </a:moveTo>
                  <a:cubicBezTo>
                    <a:pt x="31761" y="493712"/>
                    <a:pt x="42517" y="493712"/>
                    <a:pt x="53273" y="495683"/>
                  </a:cubicBezTo>
                  <a:cubicBezTo>
                    <a:pt x="67940" y="497653"/>
                    <a:pt x="82608" y="499624"/>
                    <a:pt x="96297" y="504551"/>
                  </a:cubicBezTo>
                  <a:cubicBezTo>
                    <a:pt x="128565" y="514404"/>
                    <a:pt x="146165" y="538052"/>
                    <a:pt x="153988" y="570569"/>
                  </a:cubicBezTo>
                  <a:cubicBezTo>
                    <a:pt x="127587" y="579437"/>
                    <a:pt x="103142" y="577466"/>
                    <a:pt x="80652" y="562686"/>
                  </a:cubicBezTo>
                  <a:cubicBezTo>
                    <a:pt x="54251" y="545935"/>
                    <a:pt x="36650" y="521302"/>
                    <a:pt x="19050" y="493712"/>
                  </a:cubicBezTo>
                  <a:close/>
                  <a:moveTo>
                    <a:pt x="249333" y="492125"/>
                  </a:moveTo>
                  <a:cubicBezTo>
                    <a:pt x="263265" y="518813"/>
                    <a:pt x="277197" y="543524"/>
                    <a:pt x="280182" y="573177"/>
                  </a:cubicBezTo>
                  <a:cubicBezTo>
                    <a:pt x="284163" y="603819"/>
                    <a:pt x="272221" y="628530"/>
                    <a:pt x="250328" y="649287"/>
                  </a:cubicBezTo>
                  <a:cubicBezTo>
                    <a:pt x="233410" y="634460"/>
                    <a:pt x="223459" y="617657"/>
                    <a:pt x="220473" y="595911"/>
                  </a:cubicBezTo>
                  <a:cubicBezTo>
                    <a:pt x="217488" y="571200"/>
                    <a:pt x="223459" y="547478"/>
                    <a:pt x="233410" y="525732"/>
                  </a:cubicBezTo>
                  <a:cubicBezTo>
                    <a:pt x="237391" y="514859"/>
                    <a:pt x="243362" y="504975"/>
                    <a:pt x="249333" y="492125"/>
                  </a:cubicBezTo>
                  <a:close/>
                  <a:moveTo>
                    <a:pt x="203454" y="427037"/>
                  </a:moveTo>
                  <a:cubicBezTo>
                    <a:pt x="213347" y="455550"/>
                    <a:pt x="222251" y="484064"/>
                    <a:pt x="218294" y="513561"/>
                  </a:cubicBezTo>
                  <a:cubicBezTo>
                    <a:pt x="215326" y="543058"/>
                    <a:pt x="202464" y="562722"/>
                    <a:pt x="174764" y="579437"/>
                  </a:cubicBezTo>
                  <a:cubicBezTo>
                    <a:pt x="167838" y="571571"/>
                    <a:pt x="163881" y="562722"/>
                    <a:pt x="159924" y="552890"/>
                  </a:cubicBezTo>
                  <a:cubicBezTo>
                    <a:pt x="153988" y="535192"/>
                    <a:pt x="154977" y="516510"/>
                    <a:pt x="160913" y="497829"/>
                  </a:cubicBezTo>
                  <a:cubicBezTo>
                    <a:pt x="168828" y="471282"/>
                    <a:pt x="184657" y="449651"/>
                    <a:pt x="203454" y="427037"/>
                  </a:cubicBezTo>
                  <a:close/>
                  <a:moveTo>
                    <a:pt x="1959" y="396875"/>
                  </a:moveTo>
                  <a:cubicBezTo>
                    <a:pt x="35272" y="401766"/>
                    <a:pt x="68585" y="406656"/>
                    <a:pt x="95039" y="428176"/>
                  </a:cubicBezTo>
                  <a:cubicBezTo>
                    <a:pt x="114635" y="443826"/>
                    <a:pt x="122474" y="464367"/>
                    <a:pt x="125413" y="488821"/>
                  </a:cubicBezTo>
                  <a:cubicBezTo>
                    <a:pt x="102878" y="493712"/>
                    <a:pt x="81322" y="490777"/>
                    <a:pt x="61727" y="478061"/>
                  </a:cubicBezTo>
                  <a:cubicBezTo>
                    <a:pt x="46050" y="468280"/>
                    <a:pt x="33313" y="454586"/>
                    <a:pt x="23515" y="438935"/>
                  </a:cubicBezTo>
                  <a:cubicBezTo>
                    <a:pt x="15676" y="425241"/>
                    <a:pt x="7838" y="411547"/>
                    <a:pt x="0" y="398831"/>
                  </a:cubicBezTo>
                  <a:cubicBezTo>
                    <a:pt x="980" y="397853"/>
                    <a:pt x="980" y="397853"/>
                    <a:pt x="1959" y="396875"/>
                  </a:cubicBezTo>
                  <a:close/>
                  <a:moveTo>
                    <a:pt x="180715" y="320675"/>
                  </a:moveTo>
                  <a:cubicBezTo>
                    <a:pt x="182672" y="333438"/>
                    <a:pt x="184629" y="343255"/>
                    <a:pt x="186586" y="354054"/>
                  </a:cubicBezTo>
                  <a:cubicBezTo>
                    <a:pt x="189522" y="374671"/>
                    <a:pt x="190501" y="394306"/>
                    <a:pt x="184629" y="414922"/>
                  </a:cubicBezTo>
                  <a:cubicBezTo>
                    <a:pt x="177779" y="441429"/>
                    <a:pt x="160164" y="458119"/>
                    <a:pt x="135699" y="469900"/>
                  </a:cubicBezTo>
                  <a:cubicBezTo>
                    <a:pt x="122977" y="448302"/>
                    <a:pt x="119063" y="425721"/>
                    <a:pt x="124934" y="402160"/>
                  </a:cubicBezTo>
                  <a:cubicBezTo>
                    <a:pt x="134721" y="369762"/>
                    <a:pt x="157228" y="346200"/>
                    <a:pt x="180715" y="320675"/>
                  </a:cubicBezTo>
                  <a:close/>
                  <a:moveTo>
                    <a:pt x="14288" y="273050"/>
                  </a:moveTo>
                  <a:cubicBezTo>
                    <a:pt x="20189" y="275991"/>
                    <a:pt x="24124" y="277952"/>
                    <a:pt x="27074" y="280894"/>
                  </a:cubicBezTo>
                  <a:cubicBezTo>
                    <a:pt x="44778" y="290699"/>
                    <a:pt x="60515" y="302465"/>
                    <a:pt x="75269" y="317173"/>
                  </a:cubicBezTo>
                  <a:cubicBezTo>
                    <a:pt x="97891" y="340705"/>
                    <a:pt x="104776" y="369140"/>
                    <a:pt x="96907" y="401497"/>
                  </a:cubicBezTo>
                  <a:cubicBezTo>
                    <a:pt x="96907" y="402478"/>
                    <a:pt x="95924" y="403458"/>
                    <a:pt x="95924" y="406400"/>
                  </a:cubicBezTo>
                  <a:cubicBezTo>
                    <a:pt x="69368" y="400517"/>
                    <a:pt x="48713" y="386790"/>
                    <a:pt x="35926" y="364238"/>
                  </a:cubicBezTo>
                  <a:cubicBezTo>
                    <a:pt x="24124" y="343647"/>
                    <a:pt x="19206" y="321095"/>
                    <a:pt x="17239" y="298543"/>
                  </a:cubicBezTo>
                  <a:cubicBezTo>
                    <a:pt x="16255" y="290699"/>
                    <a:pt x="15271" y="282855"/>
                    <a:pt x="14288" y="273050"/>
                  </a:cubicBezTo>
                  <a:close/>
                  <a:moveTo>
                    <a:pt x="185738" y="219075"/>
                  </a:moveTo>
                  <a:cubicBezTo>
                    <a:pt x="184760" y="252320"/>
                    <a:pt x="184760" y="283610"/>
                    <a:pt x="168128" y="311966"/>
                  </a:cubicBezTo>
                  <a:cubicBezTo>
                    <a:pt x="155409" y="335434"/>
                    <a:pt x="134864" y="348145"/>
                    <a:pt x="108448" y="354012"/>
                  </a:cubicBezTo>
                  <a:cubicBezTo>
                    <a:pt x="101600" y="331522"/>
                    <a:pt x="102578" y="310011"/>
                    <a:pt x="112362" y="288499"/>
                  </a:cubicBezTo>
                  <a:cubicBezTo>
                    <a:pt x="124102" y="265032"/>
                    <a:pt x="143669" y="248409"/>
                    <a:pt x="165193" y="233742"/>
                  </a:cubicBezTo>
                  <a:cubicBezTo>
                    <a:pt x="171063" y="228853"/>
                    <a:pt x="177911" y="224942"/>
                    <a:pt x="185738" y="219075"/>
                  </a:cubicBezTo>
                  <a:close/>
                  <a:moveTo>
                    <a:pt x="62253" y="144462"/>
                  </a:moveTo>
                  <a:cubicBezTo>
                    <a:pt x="65178" y="147393"/>
                    <a:pt x="67129" y="150323"/>
                    <a:pt x="69079" y="152277"/>
                  </a:cubicBezTo>
                  <a:cubicBezTo>
                    <a:pt x="83707" y="171816"/>
                    <a:pt x="98335" y="191354"/>
                    <a:pt x="106136" y="214800"/>
                  </a:cubicBezTo>
                  <a:cubicBezTo>
                    <a:pt x="115888" y="243131"/>
                    <a:pt x="110037" y="275370"/>
                    <a:pt x="90533" y="296862"/>
                  </a:cubicBezTo>
                  <a:cubicBezTo>
                    <a:pt x="64203" y="280254"/>
                    <a:pt x="50550" y="255831"/>
                    <a:pt x="48600" y="225546"/>
                  </a:cubicBezTo>
                  <a:cubicBezTo>
                    <a:pt x="47625" y="198193"/>
                    <a:pt x="54451" y="171816"/>
                    <a:pt x="62253" y="144462"/>
                  </a:cubicBezTo>
                  <a:close/>
                  <a:moveTo>
                    <a:pt x="247651" y="111125"/>
                  </a:moveTo>
                  <a:cubicBezTo>
                    <a:pt x="236775" y="144561"/>
                    <a:pt x="226888" y="177013"/>
                    <a:pt x="201181" y="200615"/>
                  </a:cubicBezTo>
                  <a:cubicBezTo>
                    <a:pt x="182396" y="216349"/>
                    <a:pt x="160644" y="222250"/>
                    <a:pt x="135927" y="220283"/>
                  </a:cubicBezTo>
                  <a:cubicBezTo>
                    <a:pt x="134938" y="207499"/>
                    <a:pt x="136915" y="195698"/>
                    <a:pt x="141859" y="183897"/>
                  </a:cubicBezTo>
                  <a:cubicBezTo>
                    <a:pt x="147791" y="167179"/>
                    <a:pt x="158667" y="154395"/>
                    <a:pt x="173498" y="143577"/>
                  </a:cubicBezTo>
                  <a:cubicBezTo>
                    <a:pt x="195249" y="127843"/>
                    <a:pt x="219967" y="118992"/>
                    <a:pt x="247651" y="111125"/>
                  </a:cubicBezTo>
                  <a:close/>
                  <a:moveTo>
                    <a:pt x="124313" y="25400"/>
                  </a:moveTo>
                  <a:cubicBezTo>
                    <a:pt x="139944" y="56711"/>
                    <a:pt x="155575" y="85086"/>
                    <a:pt x="153621" y="119332"/>
                  </a:cubicBezTo>
                  <a:cubicBezTo>
                    <a:pt x="152644" y="144772"/>
                    <a:pt x="140921" y="164341"/>
                    <a:pt x="122359" y="180975"/>
                  </a:cubicBezTo>
                  <a:cubicBezTo>
                    <a:pt x="105752" y="165320"/>
                    <a:pt x="95983" y="146729"/>
                    <a:pt x="94029" y="124224"/>
                  </a:cubicBezTo>
                  <a:cubicBezTo>
                    <a:pt x="92075" y="95849"/>
                    <a:pt x="101844" y="71387"/>
                    <a:pt x="113567" y="45948"/>
                  </a:cubicBezTo>
                  <a:cubicBezTo>
                    <a:pt x="117475" y="40077"/>
                    <a:pt x="120406" y="33228"/>
                    <a:pt x="124313" y="25400"/>
                  </a:cubicBezTo>
                  <a:close/>
                  <a:moveTo>
                    <a:pt x="265113" y="0"/>
                  </a:moveTo>
                  <a:cubicBezTo>
                    <a:pt x="257222" y="37274"/>
                    <a:pt x="251303" y="74548"/>
                    <a:pt x="221711" y="101032"/>
                  </a:cubicBezTo>
                  <a:cubicBezTo>
                    <a:pt x="205928" y="113784"/>
                    <a:pt x="187187" y="119669"/>
                    <a:pt x="166472" y="120650"/>
                  </a:cubicBezTo>
                  <a:cubicBezTo>
                    <a:pt x="163513" y="101032"/>
                    <a:pt x="166472" y="82395"/>
                    <a:pt x="175350" y="64739"/>
                  </a:cubicBezTo>
                  <a:cubicBezTo>
                    <a:pt x="183241" y="51987"/>
                    <a:pt x="193105" y="41197"/>
                    <a:pt x="204942" y="32369"/>
                  </a:cubicBezTo>
                  <a:cubicBezTo>
                    <a:pt x="223684" y="18637"/>
                    <a:pt x="243412" y="8828"/>
                    <a:pt x="2651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</p:grpSp>
      <p:sp>
        <p:nvSpPr>
          <p:cNvPr id="69" name="www.koppt.cn">
            <a:extLst>
              <a:ext uri="{FF2B5EF4-FFF2-40B4-BE49-F238E27FC236}">
                <a16:creationId xmlns:a16="http://schemas.microsoft.com/office/drawing/2014/main" id="{E17BE41F-03C7-4518-8488-7FA1E2E65F37}"/>
              </a:ext>
            </a:extLst>
          </p:cNvPr>
          <p:cNvSpPr txBox="1"/>
          <p:nvPr/>
        </p:nvSpPr>
        <p:spPr>
          <a:xfrm>
            <a:off x="8928278" y="3416387"/>
            <a:ext cx="2281561" cy="62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一种基于两面流理论的透平机械二维流动仿真方法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www.koppt.cn">
            <a:extLst>
              <a:ext uri="{FF2B5EF4-FFF2-40B4-BE49-F238E27FC236}">
                <a16:creationId xmlns:a16="http://schemas.microsoft.com/office/drawing/2014/main" id="{8EF7FB34-98BD-4410-99AE-4F249B47F035}"/>
              </a:ext>
            </a:extLst>
          </p:cNvPr>
          <p:cNvSpPr txBox="1"/>
          <p:nvPr/>
        </p:nvSpPr>
        <p:spPr>
          <a:xfrm>
            <a:off x="8959518" y="6040414"/>
            <a:ext cx="2159332" cy="62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一种高温高压环境下测量动态接触角的方法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0FF8DFBC-AF0A-4EAF-A006-7F83C093A771}"/>
              </a:ext>
            </a:extLst>
          </p:cNvPr>
          <p:cNvGrpSpPr/>
          <p:nvPr/>
        </p:nvGrpSpPr>
        <p:grpSpPr>
          <a:xfrm>
            <a:off x="8514576" y="3975472"/>
            <a:ext cx="2860065" cy="1924291"/>
            <a:chOff x="1645736" y="1972506"/>
            <a:chExt cx="1745013" cy="817160"/>
          </a:xfr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1"/>
            <a:tileRect/>
          </a:gradFill>
        </p:grpSpPr>
        <p:sp>
          <p:nvSpPr>
            <p:cNvPr id="76" name="www.koppt.cn">
              <a:extLst>
                <a:ext uri="{FF2B5EF4-FFF2-40B4-BE49-F238E27FC236}">
                  <a16:creationId xmlns:a16="http://schemas.microsoft.com/office/drawing/2014/main" id="{4463BAB5-440D-4503-B25D-3561157C9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099" y="1972506"/>
              <a:ext cx="501650" cy="815634"/>
            </a:xfrm>
            <a:custGeom>
              <a:avLst/>
              <a:gdLst>
                <a:gd name="connsiteX0" fmla="*/ 39623 w 501650"/>
                <a:gd name="connsiteY0" fmla="*/ 752169 h 815634"/>
                <a:gd name="connsiteX1" fmla="*/ 82903 w 501650"/>
                <a:gd name="connsiteY1" fmla="*/ 756980 h 815634"/>
                <a:gd name="connsiteX2" fmla="*/ 148250 w 501650"/>
                <a:gd name="connsiteY2" fmla="*/ 803361 h 815634"/>
                <a:gd name="connsiteX3" fmla="*/ 149225 w 501650"/>
                <a:gd name="connsiteY3" fmla="*/ 805335 h 815634"/>
                <a:gd name="connsiteX4" fmla="*/ 57544 w 501650"/>
                <a:gd name="connsiteY4" fmla="*/ 813229 h 815634"/>
                <a:gd name="connsiteX5" fmla="*/ 0 w 501650"/>
                <a:gd name="connsiteY5" fmla="*/ 768822 h 815634"/>
                <a:gd name="connsiteX6" fmla="*/ 39623 w 501650"/>
                <a:gd name="connsiteY6" fmla="*/ 752169 h 815634"/>
                <a:gd name="connsiteX7" fmla="*/ 140799 w 501650"/>
                <a:gd name="connsiteY7" fmla="*/ 716767 h 815634"/>
                <a:gd name="connsiteX8" fmla="*/ 184272 w 501650"/>
                <a:gd name="connsiteY8" fmla="*/ 718494 h 815634"/>
                <a:gd name="connsiteX9" fmla="*/ 255587 w 501650"/>
                <a:gd name="connsiteY9" fmla="*/ 759940 h 815634"/>
                <a:gd name="connsiteX10" fmla="*/ 153010 w 501650"/>
                <a:gd name="connsiteY10" fmla="*/ 773756 h 815634"/>
                <a:gd name="connsiteX11" fmla="*/ 103187 w 501650"/>
                <a:gd name="connsiteY11" fmla="*/ 737243 h 815634"/>
                <a:gd name="connsiteX12" fmla="*/ 140799 w 501650"/>
                <a:gd name="connsiteY12" fmla="*/ 716767 h 815634"/>
                <a:gd name="connsiteX13" fmla="*/ 261584 w 501650"/>
                <a:gd name="connsiteY13" fmla="*/ 663326 h 815634"/>
                <a:gd name="connsiteX14" fmla="*/ 350838 w 501650"/>
                <a:gd name="connsiteY14" fmla="*/ 681854 h 815634"/>
                <a:gd name="connsiteX15" fmla="*/ 342011 w 501650"/>
                <a:gd name="connsiteY15" fmla="*/ 687705 h 815634"/>
                <a:gd name="connsiteX16" fmla="*/ 281200 w 501650"/>
                <a:gd name="connsiteY16" fmla="*/ 719886 h 815634"/>
                <a:gd name="connsiteX17" fmla="*/ 201754 w 501650"/>
                <a:gd name="connsiteY17" fmla="*/ 707208 h 815634"/>
                <a:gd name="connsiteX18" fmla="*/ 198812 w 501650"/>
                <a:gd name="connsiteY18" fmla="*/ 704283 h 815634"/>
                <a:gd name="connsiteX19" fmla="*/ 196850 w 501650"/>
                <a:gd name="connsiteY19" fmla="*/ 702332 h 815634"/>
                <a:gd name="connsiteX20" fmla="*/ 261584 w 501650"/>
                <a:gd name="connsiteY20" fmla="*/ 663326 h 815634"/>
                <a:gd name="connsiteX21" fmla="*/ 131763 w 501650"/>
                <a:gd name="connsiteY21" fmla="*/ 633412 h 815634"/>
                <a:gd name="connsiteX22" fmla="*/ 125859 w 501650"/>
                <a:gd name="connsiteY22" fmla="*/ 648239 h 815634"/>
                <a:gd name="connsiteX23" fmla="*/ 92403 w 501650"/>
                <a:gd name="connsiteY23" fmla="*/ 704580 h 815634"/>
                <a:gd name="connsiteX24" fmla="*/ 15652 w 501650"/>
                <a:gd name="connsiteY24" fmla="*/ 735222 h 815634"/>
                <a:gd name="connsiteX25" fmla="*/ 12700 w 501650"/>
                <a:gd name="connsiteY25" fmla="*/ 734233 h 815634"/>
                <a:gd name="connsiteX26" fmla="*/ 55012 w 501650"/>
                <a:gd name="connsiteY26" fmla="*/ 659112 h 815634"/>
                <a:gd name="connsiteX27" fmla="*/ 131763 w 501650"/>
                <a:gd name="connsiteY27" fmla="*/ 633412 h 815634"/>
                <a:gd name="connsiteX28" fmla="*/ 385441 w 501650"/>
                <a:gd name="connsiteY28" fmla="*/ 588085 h 815634"/>
                <a:gd name="connsiteX29" fmla="*/ 428625 w 501650"/>
                <a:gd name="connsiteY29" fmla="*/ 594226 h 815634"/>
                <a:gd name="connsiteX30" fmla="*/ 358743 w 501650"/>
                <a:gd name="connsiteY30" fmla="*/ 649371 h 815634"/>
                <a:gd name="connsiteX31" fmla="*/ 284924 w 501650"/>
                <a:gd name="connsiteY31" fmla="*/ 647366 h 815634"/>
                <a:gd name="connsiteX32" fmla="*/ 281971 w 501650"/>
                <a:gd name="connsiteY32" fmla="*/ 646363 h 815634"/>
                <a:gd name="connsiteX33" fmla="*/ 280987 w 501650"/>
                <a:gd name="connsiteY33" fmla="*/ 644358 h 815634"/>
                <a:gd name="connsiteX34" fmla="*/ 342995 w 501650"/>
                <a:gd name="connsiteY34" fmla="*/ 590216 h 815634"/>
                <a:gd name="connsiteX35" fmla="*/ 385441 w 501650"/>
                <a:gd name="connsiteY35" fmla="*/ 588085 h 815634"/>
                <a:gd name="connsiteX36" fmla="*/ 203220 w 501650"/>
                <a:gd name="connsiteY36" fmla="*/ 555625 h 815634"/>
                <a:gd name="connsiteX37" fmla="*/ 205199 w 501650"/>
                <a:gd name="connsiteY37" fmla="*/ 567436 h 815634"/>
                <a:gd name="connsiteX38" fmla="*/ 203220 w 501650"/>
                <a:gd name="connsiteY38" fmla="*/ 648144 h 815634"/>
                <a:gd name="connsiteX39" fmla="*/ 152750 w 501650"/>
                <a:gd name="connsiteY39" fmla="*/ 703262 h 815634"/>
                <a:gd name="connsiteX40" fmla="*/ 146812 w 501650"/>
                <a:gd name="connsiteY40" fmla="*/ 623538 h 815634"/>
                <a:gd name="connsiteX41" fmla="*/ 193324 w 501650"/>
                <a:gd name="connsiteY41" fmla="*/ 565467 h 815634"/>
                <a:gd name="connsiteX42" fmla="*/ 203220 w 501650"/>
                <a:gd name="connsiteY42" fmla="*/ 555625 h 815634"/>
                <a:gd name="connsiteX43" fmla="*/ 484188 w 501650"/>
                <a:gd name="connsiteY43" fmla="*/ 495300 h 815634"/>
                <a:gd name="connsiteX44" fmla="*/ 481255 w 501650"/>
                <a:gd name="connsiteY44" fmla="*/ 501253 h 815634"/>
                <a:gd name="connsiteX45" fmla="*/ 427475 w 501650"/>
                <a:gd name="connsiteY45" fmla="*/ 562768 h 815634"/>
                <a:gd name="connsiteX46" fmla="*/ 354139 w 501650"/>
                <a:gd name="connsiteY46" fmla="*/ 575667 h 815634"/>
                <a:gd name="connsiteX47" fmla="*/ 351206 w 501650"/>
                <a:gd name="connsiteY47" fmla="*/ 574674 h 815634"/>
                <a:gd name="connsiteX48" fmla="*/ 349250 w 501650"/>
                <a:gd name="connsiteY48" fmla="*/ 573682 h 815634"/>
                <a:gd name="connsiteX49" fmla="*/ 381518 w 501650"/>
                <a:gd name="connsiteY49" fmla="*/ 520104 h 815634"/>
                <a:gd name="connsiteX50" fmla="*/ 439209 w 501650"/>
                <a:gd name="connsiteY50" fmla="*/ 499269 h 815634"/>
                <a:gd name="connsiteX51" fmla="*/ 484188 w 501650"/>
                <a:gd name="connsiteY51" fmla="*/ 495300 h 815634"/>
                <a:gd name="connsiteX52" fmla="*/ 254336 w 501650"/>
                <a:gd name="connsiteY52" fmla="*/ 493712 h 815634"/>
                <a:gd name="connsiteX53" fmla="*/ 283200 w 501650"/>
                <a:gd name="connsiteY53" fmla="*/ 588602 h 815634"/>
                <a:gd name="connsiteX54" fmla="*/ 253374 w 501650"/>
                <a:gd name="connsiteY54" fmla="*/ 650874 h 815634"/>
                <a:gd name="connsiteX55" fmla="*/ 224511 w 501650"/>
                <a:gd name="connsiteY55" fmla="*/ 571799 h 815634"/>
                <a:gd name="connsiteX56" fmla="*/ 254336 w 501650"/>
                <a:gd name="connsiteY56" fmla="*/ 493712 h 815634"/>
                <a:gd name="connsiteX57" fmla="*/ 299839 w 501650"/>
                <a:gd name="connsiteY57" fmla="*/ 428625 h 815634"/>
                <a:gd name="connsiteX58" fmla="*/ 342503 w 501650"/>
                <a:gd name="connsiteY58" fmla="*/ 499696 h 815634"/>
                <a:gd name="connsiteX59" fmla="*/ 331589 w 501650"/>
                <a:gd name="connsiteY59" fmla="*/ 579651 h 815634"/>
                <a:gd name="connsiteX60" fmla="*/ 328612 w 501650"/>
                <a:gd name="connsiteY60" fmla="*/ 582612 h 815634"/>
                <a:gd name="connsiteX61" fmla="*/ 284956 w 501650"/>
                <a:gd name="connsiteY61" fmla="*/ 498709 h 815634"/>
                <a:gd name="connsiteX62" fmla="*/ 291901 w 501650"/>
                <a:gd name="connsiteY62" fmla="*/ 454289 h 815634"/>
                <a:gd name="connsiteX63" fmla="*/ 299839 w 501650"/>
                <a:gd name="connsiteY63" fmla="*/ 428625 h 815634"/>
                <a:gd name="connsiteX64" fmla="*/ 500675 w 501650"/>
                <a:gd name="connsiteY64" fmla="*/ 398462 h 815634"/>
                <a:gd name="connsiteX65" fmla="*/ 501650 w 501650"/>
                <a:gd name="connsiteY65" fmla="*/ 400450 h 815634"/>
                <a:gd name="connsiteX66" fmla="*/ 442175 w 501650"/>
                <a:gd name="connsiteY66" fmla="*/ 480980 h 815634"/>
                <a:gd name="connsiteX67" fmla="*/ 377825 w 501650"/>
                <a:gd name="connsiteY67" fmla="*/ 491916 h 815634"/>
                <a:gd name="connsiteX68" fmla="*/ 399275 w 501650"/>
                <a:gd name="connsiteY68" fmla="*/ 439224 h 815634"/>
                <a:gd name="connsiteX69" fmla="*/ 463625 w 501650"/>
                <a:gd name="connsiteY69" fmla="*/ 405421 h 815634"/>
                <a:gd name="connsiteX70" fmla="*/ 500675 w 501650"/>
                <a:gd name="connsiteY70" fmla="*/ 398462 h 815634"/>
                <a:gd name="connsiteX71" fmla="*/ 322112 w 501650"/>
                <a:gd name="connsiteY71" fmla="*/ 323850 h 815634"/>
                <a:gd name="connsiteX72" fmla="*/ 366519 w 501650"/>
                <a:gd name="connsiteY72" fmla="*/ 378603 h 815634"/>
                <a:gd name="connsiteX73" fmla="*/ 380035 w 501650"/>
                <a:gd name="connsiteY73" fmla="*/ 430422 h 815634"/>
                <a:gd name="connsiteX74" fmla="*/ 367485 w 501650"/>
                <a:gd name="connsiteY74" fmla="*/ 471487 h 815634"/>
                <a:gd name="connsiteX75" fmla="*/ 319216 w 501650"/>
                <a:gd name="connsiteY75" fmla="*/ 419667 h 815634"/>
                <a:gd name="connsiteX76" fmla="*/ 322112 w 501650"/>
                <a:gd name="connsiteY76" fmla="*/ 323850 h 815634"/>
                <a:gd name="connsiteX77" fmla="*/ 488950 w 501650"/>
                <a:gd name="connsiteY77" fmla="*/ 274637 h 815634"/>
                <a:gd name="connsiteX78" fmla="*/ 467458 w 501650"/>
                <a:gd name="connsiteY78" fmla="*/ 367786 h 815634"/>
                <a:gd name="connsiteX79" fmla="*/ 413727 w 501650"/>
                <a:gd name="connsiteY79" fmla="*/ 407987 h 815634"/>
                <a:gd name="connsiteX80" fmla="*/ 408842 w 501650"/>
                <a:gd name="connsiteY80" fmla="*/ 407987 h 815634"/>
                <a:gd name="connsiteX81" fmla="*/ 418612 w 501650"/>
                <a:gd name="connsiteY81" fmla="*/ 332487 h 815634"/>
                <a:gd name="connsiteX82" fmla="*/ 450850 w 501650"/>
                <a:gd name="connsiteY82" fmla="*/ 300130 h 815634"/>
                <a:gd name="connsiteX83" fmla="*/ 488950 w 501650"/>
                <a:gd name="connsiteY83" fmla="*/ 274637 h 815634"/>
                <a:gd name="connsiteX84" fmla="*/ 317500 w 501650"/>
                <a:gd name="connsiteY84" fmla="*/ 222250 h 815634"/>
                <a:gd name="connsiteX85" fmla="*/ 319462 w 501650"/>
                <a:gd name="connsiteY85" fmla="*/ 222250 h 815634"/>
                <a:gd name="connsiteX86" fmla="*/ 381268 w 501650"/>
                <a:gd name="connsiteY86" fmla="*/ 274836 h 815634"/>
                <a:gd name="connsiteX87" fmla="*/ 395003 w 501650"/>
                <a:gd name="connsiteY87" fmla="*/ 357187 h 815634"/>
                <a:gd name="connsiteX88" fmla="*/ 328292 w 501650"/>
                <a:gd name="connsiteY88" fmla="*/ 299640 h 815634"/>
                <a:gd name="connsiteX89" fmla="*/ 318481 w 501650"/>
                <a:gd name="connsiteY89" fmla="*/ 248047 h 815634"/>
                <a:gd name="connsiteX90" fmla="*/ 317500 w 501650"/>
                <a:gd name="connsiteY90" fmla="*/ 222250 h 815634"/>
                <a:gd name="connsiteX91" fmla="*/ 440475 w 501650"/>
                <a:gd name="connsiteY91" fmla="*/ 147637 h 815634"/>
                <a:gd name="connsiteX92" fmla="*/ 443427 w 501650"/>
                <a:gd name="connsiteY92" fmla="*/ 151570 h 815634"/>
                <a:gd name="connsiteX93" fmla="*/ 455233 w 501650"/>
                <a:gd name="connsiteY93" fmla="*/ 231211 h 815634"/>
                <a:gd name="connsiteX94" fmla="*/ 412929 w 501650"/>
                <a:gd name="connsiteY94" fmla="*/ 300037 h 815634"/>
                <a:gd name="connsiteX95" fmla="*/ 396204 w 501650"/>
                <a:gd name="connsiteY95" fmla="*/ 221379 h 815634"/>
                <a:gd name="connsiteX96" fmla="*/ 440475 w 501650"/>
                <a:gd name="connsiteY96" fmla="*/ 147637 h 815634"/>
                <a:gd name="connsiteX97" fmla="*/ 257554 w 501650"/>
                <a:gd name="connsiteY97" fmla="*/ 114300 h 815634"/>
                <a:gd name="connsiteX98" fmla="*/ 335243 w 501650"/>
                <a:gd name="connsiteY98" fmla="*/ 150686 h 815634"/>
                <a:gd name="connsiteX99" fmla="*/ 366712 w 501650"/>
                <a:gd name="connsiteY99" fmla="*/ 218541 h 815634"/>
                <a:gd name="connsiteX100" fmla="*/ 366712 w 501650"/>
                <a:gd name="connsiteY100" fmla="*/ 223458 h 815634"/>
                <a:gd name="connsiteX101" fmla="*/ 301807 w 501650"/>
                <a:gd name="connsiteY101" fmla="*/ 202807 h 815634"/>
                <a:gd name="connsiteX102" fmla="*/ 274272 w 501650"/>
                <a:gd name="connsiteY102" fmla="*/ 163470 h 815634"/>
                <a:gd name="connsiteX103" fmla="*/ 255587 w 501650"/>
                <a:gd name="connsiteY103" fmla="*/ 115283 h 815634"/>
                <a:gd name="connsiteX104" fmla="*/ 257554 w 501650"/>
                <a:gd name="connsiteY104" fmla="*/ 114300 h 815634"/>
                <a:gd name="connsiteX105" fmla="*/ 378924 w 501650"/>
                <a:gd name="connsiteY105" fmla="*/ 26987 h 815634"/>
                <a:gd name="connsiteX106" fmla="*/ 409208 w 501650"/>
                <a:gd name="connsiteY106" fmla="*/ 112981 h 815634"/>
                <a:gd name="connsiteX107" fmla="*/ 381854 w 501650"/>
                <a:gd name="connsiteY107" fmla="*/ 184149 h 815634"/>
                <a:gd name="connsiteX108" fmla="*/ 349616 w 501650"/>
                <a:gd name="connsiteY108" fmla="*/ 111993 h 815634"/>
                <a:gd name="connsiteX109" fmla="*/ 378924 w 501650"/>
                <a:gd name="connsiteY109" fmla="*/ 26987 h 815634"/>
                <a:gd name="connsiteX110" fmla="*/ 238125 w 501650"/>
                <a:gd name="connsiteY110" fmla="*/ 0 h 815634"/>
                <a:gd name="connsiteX111" fmla="*/ 275385 w 501650"/>
                <a:gd name="connsiteY111" fmla="*/ 18730 h 815634"/>
                <a:gd name="connsiteX112" fmla="*/ 327352 w 501650"/>
                <a:gd name="connsiteY112" fmla="*/ 66047 h 815634"/>
                <a:gd name="connsiteX113" fmla="*/ 337158 w 501650"/>
                <a:gd name="connsiteY113" fmla="*/ 117308 h 815634"/>
                <a:gd name="connsiteX114" fmla="*/ 336177 w 501650"/>
                <a:gd name="connsiteY114" fmla="*/ 122237 h 815634"/>
                <a:gd name="connsiteX115" fmla="*/ 264599 w 501650"/>
                <a:gd name="connsiteY115" fmla="*/ 81820 h 815634"/>
                <a:gd name="connsiteX116" fmla="*/ 238125 w 501650"/>
                <a:gd name="connsiteY116" fmla="*/ 0 h 815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501650" h="815634">
                  <a:moveTo>
                    <a:pt x="39623" y="752169"/>
                  </a:moveTo>
                  <a:cubicBezTo>
                    <a:pt x="53399" y="750072"/>
                    <a:pt x="67785" y="751553"/>
                    <a:pt x="82903" y="756980"/>
                  </a:cubicBezTo>
                  <a:cubicBezTo>
                    <a:pt x="108261" y="767835"/>
                    <a:pt x="128743" y="784611"/>
                    <a:pt x="148250" y="803361"/>
                  </a:cubicBezTo>
                  <a:cubicBezTo>
                    <a:pt x="148250" y="803361"/>
                    <a:pt x="148250" y="804348"/>
                    <a:pt x="149225" y="805335"/>
                  </a:cubicBezTo>
                  <a:cubicBezTo>
                    <a:pt x="118990" y="813229"/>
                    <a:pt x="88755" y="819150"/>
                    <a:pt x="57544" y="813229"/>
                  </a:cubicBezTo>
                  <a:cubicBezTo>
                    <a:pt x="33161" y="808295"/>
                    <a:pt x="10728" y="791519"/>
                    <a:pt x="0" y="768822"/>
                  </a:cubicBezTo>
                  <a:cubicBezTo>
                    <a:pt x="12679" y="759941"/>
                    <a:pt x="25846" y="754266"/>
                    <a:pt x="39623" y="752169"/>
                  </a:cubicBezTo>
                  <a:close/>
                  <a:moveTo>
                    <a:pt x="140799" y="716767"/>
                  </a:moveTo>
                  <a:cubicBezTo>
                    <a:pt x="154231" y="713559"/>
                    <a:pt x="168641" y="714053"/>
                    <a:pt x="184272" y="718494"/>
                  </a:cubicBezTo>
                  <a:cubicBezTo>
                    <a:pt x="210649" y="726388"/>
                    <a:pt x="232141" y="742177"/>
                    <a:pt x="255587" y="759940"/>
                  </a:cubicBezTo>
                  <a:cubicBezTo>
                    <a:pt x="221395" y="771782"/>
                    <a:pt x="188179" y="782637"/>
                    <a:pt x="153010" y="773756"/>
                  </a:cubicBezTo>
                  <a:cubicBezTo>
                    <a:pt x="132495" y="768822"/>
                    <a:pt x="111979" y="754019"/>
                    <a:pt x="103187" y="737243"/>
                  </a:cubicBezTo>
                  <a:cubicBezTo>
                    <a:pt x="114910" y="726881"/>
                    <a:pt x="127366" y="719974"/>
                    <a:pt x="140799" y="716767"/>
                  </a:cubicBezTo>
                  <a:close/>
                  <a:moveTo>
                    <a:pt x="261584" y="663326"/>
                  </a:moveTo>
                  <a:cubicBezTo>
                    <a:pt x="292970" y="660400"/>
                    <a:pt x="320433" y="671127"/>
                    <a:pt x="350838" y="681854"/>
                  </a:cubicBezTo>
                  <a:cubicBezTo>
                    <a:pt x="346915" y="684779"/>
                    <a:pt x="344953" y="685755"/>
                    <a:pt x="342011" y="687705"/>
                  </a:cubicBezTo>
                  <a:cubicBezTo>
                    <a:pt x="323375" y="701357"/>
                    <a:pt x="303759" y="713059"/>
                    <a:pt x="281200" y="719886"/>
                  </a:cubicBezTo>
                  <a:cubicBezTo>
                    <a:pt x="252757" y="728662"/>
                    <a:pt x="226275" y="724761"/>
                    <a:pt x="201754" y="707208"/>
                  </a:cubicBezTo>
                  <a:cubicBezTo>
                    <a:pt x="200773" y="706233"/>
                    <a:pt x="199793" y="705258"/>
                    <a:pt x="198812" y="704283"/>
                  </a:cubicBezTo>
                  <a:cubicBezTo>
                    <a:pt x="197831" y="704283"/>
                    <a:pt x="197831" y="703308"/>
                    <a:pt x="196850" y="702332"/>
                  </a:cubicBezTo>
                  <a:cubicBezTo>
                    <a:pt x="212543" y="679904"/>
                    <a:pt x="233140" y="665276"/>
                    <a:pt x="261584" y="663326"/>
                  </a:cubicBezTo>
                  <a:close/>
                  <a:moveTo>
                    <a:pt x="131763" y="633412"/>
                  </a:moveTo>
                  <a:cubicBezTo>
                    <a:pt x="128811" y="639343"/>
                    <a:pt x="126843" y="643297"/>
                    <a:pt x="125859" y="648239"/>
                  </a:cubicBezTo>
                  <a:cubicBezTo>
                    <a:pt x="117003" y="668008"/>
                    <a:pt x="107163" y="687777"/>
                    <a:pt x="92403" y="704580"/>
                  </a:cubicBezTo>
                  <a:cubicBezTo>
                    <a:pt x="71740" y="727314"/>
                    <a:pt x="46156" y="738187"/>
                    <a:pt x="15652" y="735222"/>
                  </a:cubicBezTo>
                  <a:cubicBezTo>
                    <a:pt x="14668" y="735222"/>
                    <a:pt x="13684" y="734233"/>
                    <a:pt x="12700" y="734233"/>
                  </a:cubicBezTo>
                  <a:cubicBezTo>
                    <a:pt x="13684" y="701615"/>
                    <a:pt x="27460" y="675915"/>
                    <a:pt x="55012" y="659112"/>
                  </a:cubicBezTo>
                  <a:cubicBezTo>
                    <a:pt x="78628" y="645273"/>
                    <a:pt x="104211" y="639343"/>
                    <a:pt x="131763" y="633412"/>
                  </a:cubicBezTo>
                  <a:close/>
                  <a:moveTo>
                    <a:pt x="385441" y="588085"/>
                  </a:moveTo>
                  <a:cubicBezTo>
                    <a:pt x="399590" y="589213"/>
                    <a:pt x="413861" y="591720"/>
                    <a:pt x="428625" y="594226"/>
                  </a:cubicBezTo>
                  <a:cubicBezTo>
                    <a:pt x="406972" y="617287"/>
                    <a:pt x="386302" y="637340"/>
                    <a:pt x="358743" y="649371"/>
                  </a:cubicBezTo>
                  <a:cubicBezTo>
                    <a:pt x="334137" y="660400"/>
                    <a:pt x="309530" y="659397"/>
                    <a:pt x="284924" y="647366"/>
                  </a:cubicBezTo>
                  <a:cubicBezTo>
                    <a:pt x="283940" y="647366"/>
                    <a:pt x="282956" y="646363"/>
                    <a:pt x="281971" y="646363"/>
                  </a:cubicBezTo>
                  <a:cubicBezTo>
                    <a:pt x="281971" y="645361"/>
                    <a:pt x="280987" y="645361"/>
                    <a:pt x="280987" y="644358"/>
                  </a:cubicBezTo>
                  <a:cubicBezTo>
                    <a:pt x="292798" y="616284"/>
                    <a:pt x="313467" y="597234"/>
                    <a:pt x="342995" y="590216"/>
                  </a:cubicBezTo>
                  <a:cubicBezTo>
                    <a:pt x="357267" y="587208"/>
                    <a:pt x="371292" y="586957"/>
                    <a:pt x="385441" y="588085"/>
                  </a:cubicBezTo>
                  <a:close/>
                  <a:moveTo>
                    <a:pt x="203220" y="555625"/>
                  </a:moveTo>
                  <a:cubicBezTo>
                    <a:pt x="204210" y="560546"/>
                    <a:pt x="204210" y="563499"/>
                    <a:pt x="205199" y="567436"/>
                  </a:cubicBezTo>
                  <a:cubicBezTo>
                    <a:pt x="209158" y="594010"/>
                    <a:pt x="211137" y="621569"/>
                    <a:pt x="203220" y="648144"/>
                  </a:cubicBezTo>
                  <a:cubicBezTo>
                    <a:pt x="195303" y="673735"/>
                    <a:pt x="178480" y="692435"/>
                    <a:pt x="152750" y="703262"/>
                  </a:cubicBezTo>
                  <a:cubicBezTo>
                    <a:pt x="137906" y="677672"/>
                    <a:pt x="134937" y="651097"/>
                    <a:pt x="146812" y="623538"/>
                  </a:cubicBezTo>
                  <a:cubicBezTo>
                    <a:pt x="157698" y="599916"/>
                    <a:pt x="174522" y="582200"/>
                    <a:pt x="193324" y="565467"/>
                  </a:cubicBezTo>
                  <a:cubicBezTo>
                    <a:pt x="196293" y="562515"/>
                    <a:pt x="199262" y="559562"/>
                    <a:pt x="203220" y="555625"/>
                  </a:cubicBezTo>
                  <a:close/>
                  <a:moveTo>
                    <a:pt x="484188" y="495300"/>
                  </a:moveTo>
                  <a:cubicBezTo>
                    <a:pt x="482233" y="498276"/>
                    <a:pt x="482233" y="500261"/>
                    <a:pt x="481255" y="501253"/>
                  </a:cubicBezTo>
                  <a:cubicBezTo>
                    <a:pt x="466588" y="524073"/>
                    <a:pt x="449965" y="546893"/>
                    <a:pt x="427475" y="562768"/>
                  </a:cubicBezTo>
                  <a:cubicBezTo>
                    <a:pt x="404985" y="578643"/>
                    <a:pt x="380540" y="582612"/>
                    <a:pt x="354139" y="575667"/>
                  </a:cubicBezTo>
                  <a:cubicBezTo>
                    <a:pt x="353161" y="574674"/>
                    <a:pt x="352184" y="574674"/>
                    <a:pt x="351206" y="574674"/>
                  </a:cubicBezTo>
                  <a:cubicBezTo>
                    <a:pt x="351206" y="574674"/>
                    <a:pt x="350228" y="573682"/>
                    <a:pt x="349250" y="573682"/>
                  </a:cubicBezTo>
                  <a:cubicBezTo>
                    <a:pt x="354139" y="551854"/>
                    <a:pt x="363917" y="533003"/>
                    <a:pt x="381518" y="520104"/>
                  </a:cubicBezTo>
                  <a:cubicBezTo>
                    <a:pt x="399119" y="506214"/>
                    <a:pt x="418675" y="501253"/>
                    <a:pt x="439209" y="499269"/>
                  </a:cubicBezTo>
                  <a:cubicBezTo>
                    <a:pt x="453876" y="497284"/>
                    <a:pt x="468543" y="496292"/>
                    <a:pt x="484188" y="495300"/>
                  </a:cubicBezTo>
                  <a:close/>
                  <a:moveTo>
                    <a:pt x="254336" y="493712"/>
                  </a:moveTo>
                  <a:cubicBezTo>
                    <a:pt x="269730" y="524354"/>
                    <a:pt x="284162" y="554007"/>
                    <a:pt x="283200" y="588602"/>
                  </a:cubicBezTo>
                  <a:cubicBezTo>
                    <a:pt x="283200" y="611336"/>
                    <a:pt x="271655" y="636048"/>
                    <a:pt x="253374" y="650874"/>
                  </a:cubicBezTo>
                  <a:cubicBezTo>
                    <a:pt x="231245" y="629128"/>
                    <a:pt x="220662" y="603429"/>
                    <a:pt x="224511" y="571799"/>
                  </a:cubicBezTo>
                  <a:cubicBezTo>
                    <a:pt x="228359" y="544122"/>
                    <a:pt x="240867" y="519411"/>
                    <a:pt x="254336" y="493712"/>
                  </a:cubicBezTo>
                  <a:close/>
                  <a:moveTo>
                    <a:pt x="299839" y="428625"/>
                  </a:moveTo>
                  <a:cubicBezTo>
                    <a:pt x="318691" y="451328"/>
                    <a:pt x="334566" y="473044"/>
                    <a:pt x="342503" y="499696"/>
                  </a:cubicBezTo>
                  <a:cubicBezTo>
                    <a:pt x="352425" y="528322"/>
                    <a:pt x="348456" y="554973"/>
                    <a:pt x="331589" y="579651"/>
                  </a:cubicBezTo>
                  <a:cubicBezTo>
                    <a:pt x="330597" y="580638"/>
                    <a:pt x="329605" y="581625"/>
                    <a:pt x="328612" y="582612"/>
                  </a:cubicBezTo>
                  <a:cubicBezTo>
                    <a:pt x="296862" y="562870"/>
                    <a:pt x="280987" y="535231"/>
                    <a:pt x="284956" y="498709"/>
                  </a:cubicBezTo>
                  <a:cubicBezTo>
                    <a:pt x="285948" y="483902"/>
                    <a:pt x="288925" y="469096"/>
                    <a:pt x="291901" y="454289"/>
                  </a:cubicBezTo>
                  <a:cubicBezTo>
                    <a:pt x="293886" y="446393"/>
                    <a:pt x="296862" y="438496"/>
                    <a:pt x="299839" y="428625"/>
                  </a:cubicBezTo>
                  <a:close/>
                  <a:moveTo>
                    <a:pt x="500675" y="398462"/>
                  </a:moveTo>
                  <a:cubicBezTo>
                    <a:pt x="500675" y="398462"/>
                    <a:pt x="501650" y="399456"/>
                    <a:pt x="501650" y="400450"/>
                  </a:cubicBezTo>
                  <a:cubicBezTo>
                    <a:pt x="487025" y="431270"/>
                    <a:pt x="471425" y="461096"/>
                    <a:pt x="442175" y="480980"/>
                  </a:cubicBezTo>
                  <a:cubicBezTo>
                    <a:pt x="422675" y="493904"/>
                    <a:pt x="401225" y="496887"/>
                    <a:pt x="377825" y="491916"/>
                  </a:cubicBezTo>
                  <a:cubicBezTo>
                    <a:pt x="379775" y="472032"/>
                    <a:pt x="386600" y="454137"/>
                    <a:pt x="399275" y="439224"/>
                  </a:cubicBezTo>
                  <a:cubicBezTo>
                    <a:pt x="416825" y="419340"/>
                    <a:pt x="440225" y="410392"/>
                    <a:pt x="463625" y="405421"/>
                  </a:cubicBezTo>
                  <a:cubicBezTo>
                    <a:pt x="476300" y="402439"/>
                    <a:pt x="488000" y="400450"/>
                    <a:pt x="500675" y="398462"/>
                  </a:cubicBezTo>
                  <a:close/>
                  <a:moveTo>
                    <a:pt x="322112" y="323850"/>
                  </a:moveTo>
                  <a:cubicBezTo>
                    <a:pt x="339489" y="340471"/>
                    <a:pt x="354935" y="358070"/>
                    <a:pt x="366519" y="378603"/>
                  </a:cubicBezTo>
                  <a:cubicBezTo>
                    <a:pt x="375208" y="394246"/>
                    <a:pt x="381000" y="411845"/>
                    <a:pt x="380035" y="430422"/>
                  </a:cubicBezTo>
                  <a:cubicBezTo>
                    <a:pt x="379069" y="445088"/>
                    <a:pt x="375208" y="458776"/>
                    <a:pt x="367485" y="471487"/>
                  </a:cubicBezTo>
                  <a:cubicBezTo>
                    <a:pt x="344316" y="460732"/>
                    <a:pt x="326939" y="444110"/>
                    <a:pt x="319216" y="419667"/>
                  </a:cubicBezTo>
                  <a:cubicBezTo>
                    <a:pt x="309562" y="387402"/>
                    <a:pt x="316320" y="356115"/>
                    <a:pt x="322112" y="323850"/>
                  </a:cubicBezTo>
                  <a:close/>
                  <a:moveTo>
                    <a:pt x="488950" y="274637"/>
                  </a:moveTo>
                  <a:cubicBezTo>
                    <a:pt x="486996" y="307974"/>
                    <a:pt x="484066" y="339351"/>
                    <a:pt x="467458" y="367786"/>
                  </a:cubicBezTo>
                  <a:cubicBezTo>
                    <a:pt x="454758" y="388377"/>
                    <a:pt x="437173" y="401123"/>
                    <a:pt x="413727" y="407987"/>
                  </a:cubicBezTo>
                  <a:cubicBezTo>
                    <a:pt x="411773" y="407987"/>
                    <a:pt x="410796" y="407987"/>
                    <a:pt x="408842" y="407987"/>
                  </a:cubicBezTo>
                  <a:cubicBezTo>
                    <a:pt x="400050" y="381513"/>
                    <a:pt x="402004" y="355039"/>
                    <a:pt x="418612" y="332487"/>
                  </a:cubicBezTo>
                  <a:cubicBezTo>
                    <a:pt x="427404" y="320721"/>
                    <a:pt x="439127" y="309935"/>
                    <a:pt x="450850" y="300130"/>
                  </a:cubicBezTo>
                  <a:cubicBezTo>
                    <a:pt x="461596" y="291306"/>
                    <a:pt x="474296" y="284442"/>
                    <a:pt x="488950" y="274637"/>
                  </a:cubicBezTo>
                  <a:close/>
                  <a:moveTo>
                    <a:pt x="317500" y="222250"/>
                  </a:moveTo>
                  <a:cubicBezTo>
                    <a:pt x="318481" y="222250"/>
                    <a:pt x="319462" y="222250"/>
                    <a:pt x="319462" y="222250"/>
                  </a:cubicBezTo>
                  <a:cubicBezTo>
                    <a:pt x="343007" y="237133"/>
                    <a:pt x="364590" y="253008"/>
                    <a:pt x="381268" y="274836"/>
                  </a:cubicBezTo>
                  <a:cubicBezTo>
                    <a:pt x="399908" y="299640"/>
                    <a:pt x="404813" y="327421"/>
                    <a:pt x="395003" y="357187"/>
                  </a:cubicBezTo>
                  <a:cubicBezTo>
                    <a:pt x="361647" y="350242"/>
                    <a:pt x="339083" y="331390"/>
                    <a:pt x="328292" y="299640"/>
                  </a:cubicBezTo>
                  <a:cubicBezTo>
                    <a:pt x="323386" y="282773"/>
                    <a:pt x="321424" y="265906"/>
                    <a:pt x="318481" y="248047"/>
                  </a:cubicBezTo>
                  <a:cubicBezTo>
                    <a:pt x="317500" y="240109"/>
                    <a:pt x="317500" y="231180"/>
                    <a:pt x="317500" y="222250"/>
                  </a:cubicBezTo>
                  <a:close/>
                  <a:moveTo>
                    <a:pt x="440475" y="147637"/>
                  </a:moveTo>
                  <a:cubicBezTo>
                    <a:pt x="441459" y="149603"/>
                    <a:pt x="442443" y="150587"/>
                    <a:pt x="443427" y="151570"/>
                  </a:cubicBezTo>
                  <a:cubicBezTo>
                    <a:pt x="451297" y="178117"/>
                    <a:pt x="457200" y="203681"/>
                    <a:pt x="455233" y="231211"/>
                  </a:cubicBezTo>
                  <a:cubicBezTo>
                    <a:pt x="452281" y="261691"/>
                    <a:pt x="438508" y="283322"/>
                    <a:pt x="412929" y="300037"/>
                  </a:cubicBezTo>
                  <a:cubicBezTo>
                    <a:pt x="394237" y="276439"/>
                    <a:pt x="387350" y="249892"/>
                    <a:pt x="396204" y="221379"/>
                  </a:cubicBezTo>
                  <a:cubicBezTo>
                    <a:pt x="404075" y="192865"/>
                    <a:pt x="422767" y="170251"/>
                    <a:pt x="440475" y="147637"/>
                  </a:cubicBezTo>
                  <a:close/>
                  <a:moveTo>
                    <a:pt x="257554" y="114300"/>
                  </a:moveTo>
                  <a:cubicBezTo>
                    <a:pt x="285089" y="123151"/>
                    <a:pt x="312625" y="132001"/>
                    <a:pt x="335243" y="150686"/>
                  </a:cubicBezTo>
                  <a:cubicBezTo>
                    <a:pt x="355895" y="168387"/>
                    <a:pt x="366712" y="191006"/>
                    <a:pt x="366712" y="218541"/>
                  </a:cubicBezTo>
                  <a:cubicBezTo>
                    <a:pt x="366712" y="220508"/>
                    <a:pt x="366712" y="221491"/>
                    <a:pt x="366712" y="223458"/>
                  </a:cubicBezTo>
                  <a:cubicBezTo>
                    <a:pt x="342127" y="225425"/>
                    <a:pt x="320492" y="219524"/>
                    <a:pt x="301807" y="202807"/>
                  </a:cubicBezTo>
                  <a:cubicBezTo>
                    <a:pt x="290006" y="191989"/>
                    <a:pt x="280172" y="178221"/>
                    <a:pt x="274272" y="163470"/>
                  </a:cubicBezTo>
                  <a:cubicBezTo>
                    <a:pt x="267388" y="147736"/>
                    <a:pt x="262471" y="132001"/>
                    <a:pt x="255587" y="115283"/>
                  </a:cubicBezTo>
                  <a:cubicBezTo>
                    <a:pt x="256571" y="115283"/>
                    <a:pt x="257554" y="115283"/>
                    <a:pt x="257554" y="114300"/>
                  </a:cubicBezTo>
                  <a:close/>
                  <a:moveTo>
                    <a:pt x="378924" y="26987"/>
                  </a:moveTo>
                  <a:cubicBezTo>
                    <a:pt x="393578" y="55652"/>
                    <a:pt x="407254" y="82340"/>
                    <a:pt x="409208" y="112981"/>
                  </a:cubicBezTo>
                  <a:cubicBezTo>
                    <a:pt x="411162" y="141646"/>
                    <a:pt x="401393" y="164380"/>
                    <a:pt x="381854" y="184149"/>
                  </a:cubicBezTo>
                  <a:cubicBezTo>
                    <a:pt x="359385" y="164380"/>
                    <a:pt x="347662" y="141646"/>
                    <a:pt x="349616" y="111993"/>
                  </a:cubicBezTo>
                  <a:cubicBezTo>
                    <a:pt x="351570" y="81351"/>
                    <a:pt x="364270" y="54663"/>
                    <a:pt x="378924" y="26987"/>
                  </a:cubicBezTo>
                  <a:close/>
                  <a:moveTo>
                    <a:pt x="238125" y="0"/>
                  </a:moveTo>
                  <a:cubicBezTo>
                    <a:pt x="251852" y="6900"/>
                    <a:pt x="263619" y="12815"/>
                    <a:pt x="275385" y="18730"/>
                  </a:cubicBezTo>
                  <a:cubicBezTo>
                    <a:pt x="296956" y="30559"/>
                    <a:pt x="315586" y="45346"/>
                    <a:pt x="327352" y="66047"/>
                  </a:cubicBezTo>
                  <a:cubicBezTo>
                    <a:pt x="336177" y="81820"/>
                    <a:pt x="338138" y="99564"/>
                    <a:pt x="337158" y="117308"/>
                  </a:cubicBezTo>
                  <a:cubicBezTo>
                    <a:pt x="337158" y="119280"/>
                    <a:pt x="336177" y="120265"/>
                    <a:pt x="336177" y="122237"/>
                  </a:cubicBezTo>
                  <a:cubicBezTo>
                    <a:pt x="304800" y="120265"/>
                    <a:pt x="280287" y="107450"/>
                    <a:pt x="264599" y="81820"/>
                  </a:cubicBezTo>
                  <a:cubicBezTo>
                    <a:pt x="248911" y="57175"/>
                    <a:pt x="243028" y="29573"/>
                    <a:pt x="2381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77" name="www.koppt.cn">
              <a:extLst>
                <a:ext uri="{FF2B5EF4-FFF2-40B4-BE49-F238E27FC236}">
                  <a16:creationId xmlns:a16="http://schemas.microsoft.com/office/drawing/2014/main" id="{B3BF1323-CF0F-4F29-81B7-3D2376EE2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5736" y="1975682"/>
              <a:ext cx="504825" cy="813984"/>
            </a:xfrm>
            <a:custGeom>
              <a:avLst/>
              <a:gdLst>
                <a:gd name="connsiteX0" fmla="*/ 460580 w 504825"/>
                <a:gd name="connsiteY0" fmla="*/ 749708 h 813984"/>
                <a:gd name="connsiteX1" fmla="*/ 504825 w 504825"/>
                <a:gd name="connsiteY1" fmla="*/ 766671 h 813984"/>
                <a:gd name="connsiteX2" fmla="*/ 445832 w 504825"/>
                <a:gd name="connsiteY2" fmla="*/ 811575 h 813984"/>
                <a:gd name="connsiteX3" fmla="*/ 352425 w 504825"/>
                <a:gd name="connsiteY3" fmla="*/ 802594 h 813984"/>
                <a:gd name="connsiteX4" fmla="*/ 405519 w 504825"/>
                <a:gd name="connsiteY4" fmla="*/ 762680 h 813984"/>
                <a:gd name="connsiteX5" fmla="*/ 460580 w 504825"/>
                <a:gd name="connsiteY5" fmla="*/ 749708 h 813984"/>
                <a:gd name="connsiteX6" fmla="*/ 364735 w 504825"/>
                <a:gd name="connsiteY6" fmla="*/ 715339 h 813984"/>
                <a:gd name="connsiteX7" fmla="*/ 401638 w 504825"/>
                <a:gd name="connsiteY7" fmla="*/ 735330 h 813984"/>
                <a:gd name="connsiteX8" fmla="*/ 319249 w 504825"/>
                <a:gd name="connsiteY8" fmla="*/ 774337 h 813984"/>
                <a:gd name="connsiteX9" fmla="*/ 247650 w 504825"/>
                <a:gd name="connsiteY9" fmla="*/ 757759 h 813984"/>
                <a:gd name="connsiteX10" fmla="*/ 257458 w 504825"/>
                <a:gd name="connsiteY10" fmla="*/ 749957 h 813984"/>
                <a:gd name="connsiteX11" fmla="*/ 324153 w 504825"/>
                <a:gd name="connsiteY11" fmla="*/ 715826 h 813984"/>
                <a:gd name="connsiteX12" fmla="*/ 364735 w 504825"/>
                <a:gd name="connsiteY12" fmla="*/ 715339 h 813984"/>
                <a:gd name="connsiteX13" fmla="*/ 248149 w 504825"/>
                <a:gd name="connsiteY13" fmla="*/ 660513 h 813984"/>
                <a:gd name="connsiteX14" fmla="*/ 306388 w 504825"/>
                <a:gd name="connsiteY14" fmla="*/ 700495 h 813984"/>
                <a:gd name="connsiteX15" fmla="*/ 261968 w 504825"/>
                <a:gd name="connsiteY15" fmla="*/ 720973 h 813984"/>
                <a:gd name="connsiteX16" fmla="*/ 202742 w 504825"/>
                <a:gd name="connsiteY16" fmla="*/ 709271 h 813984"/>
                <a:gd name="connsiteX17" fmla="*/ 152400 w 504825"/>
                <a:gd name="connsiteY17" fmla="*/ 680991 h 813984"/>
                <a:gd name="connsiteX18" fmla="*/ 153387 w 504825"/>
                <a:gd name="connsiteY18" fmla="*/ 679041 h 813984"/>
                <a:gd name="connsiteX19" fmla="*/ 248149 w 504825"/>
                <a:gd name="connsiteY19" fmla="*/ 660513 h 813984"/>
                <a:gd name="connsiteX20" fmla="*/ 371475 w 504825"/>
                <a:gd name="connsiteY20" fmla="*/ 631825 h 813984"/>
                <a:gd name="connsiteX21" fmla="*/ 396849 w 504825"/>
                <a:gd name="connsiteY21" fmla="*/ 637756 h 813984"/>
                <a:gd name="connsiteX22" fmla="*/ 457357 w 504825"/>
                <a:gd name="connsiteY22" fmla="*/ 664444 h 813984"/>
                <a:gd name="connsiteX23" fmla="*/ 489562 w 504825"/>
                <a:gd name="connsiteY23" fmla="*/ 732646 h 813984"/>
                <a:gd name="connsiteX24" fmla="*/ 425151 w 504825"/>
                <a:gd name="connsiteY24" fmla="*/ 715843 h 813984"/>
                <a:gd name="connsiteX25" fmla="*/ 371475 w 504825"/>
                <a:gd name="connsiteY25" fmla="*/ 631825 h 813984"/>
                <a:gd name="connsiteX26" fmla="*/ 121911 w 504825"/>
                <a:gd name="connsiteY26" fmla="*/ 585849 h 813984"/>
                <a:gd name="connsiteX27" fmla="*/ 168475 w 504825"/>
                <a:gd name="connsiteY27" fmla="*/ 590921 h 813984"/>
                <a:gd name="connsiteX28" fmla="*/ 222251 w 504825"/>
                <a:gd name="connsiteY28" fmla="*/ 642381 h 813984"/>
                <a:gd name="connsiteX29" fmla="*/ 191941 w 504825"/>
                <a:gd name="connsiteY29" fmla="*/ 653266 h 813984"/>
                <a:gd name="connsiteX30" fmla="*/ 131322 w 504825"/>
                <a:gd name="connsiteY30" fmla="*/ 640401 h 813984"/>
                <a:gd name="connsiteX31" fmla="*/ 74613 w 504825"/>
                <a:gd name="connsiteY31" fmla="*/ 591911 h 813984"/>
                <a:gd name="connsiteX32" fmla="*/ 121911 w 504825"/>
                <a:gd name="connsiteY32" fmla="*/ 585849 h 813984"/>
                <a:gd name="connsiteX33" fmla="*/ 299889 w 504825"/>
                <a:gd name="connsiteY33" fmla="*/ 554037 h 813984"/>
                <a:gd name="connsiteX34" fmla="*/ 362204 w 504825"/>
                <a:gd name="connsiteY34" fmla="*/ 644588 h 813984"/>
                <a:gd name="connsiteX35" fmla="*/ 349546 w 504825"/>
                <a:gd name="connsiteY35" fmla="*/ 701674 h 813984"/>
                <a:gd name="connsiteX36" fmla="*/ 298916 w 504825"/>
                <a:gd name="connsiteY36" fmla="*/ 640651 h 813984"/>
                <a:gd name="connsiteX37" fmla="*/ 299889 w 504825"/>
                <a:gd name="connsiteY37" fmla="*/ 554037 h 813984"/>
                <a:gd name="connsiteX38" fmla="*/ 19050 w 504825"/>
                <a:gd name="connsiteY38" fmla="*/ 493712 h 813984"/>
                <a:gd name="connsiteX39" fmla="*/ 53273 w 504825"/>
                <a:gd name="connsiteY39" fmla="*/ 495683 h 813984"/>
                <a:gd name="connsiteX40" fmla="*/ 96297 w 504825"/>
                <a:gd name="connsiteY40" fmla="*/ 504551 h 813984"/>
                <a:gd name="connsiteX41" fmla="*/ 153988 w 504825"/>
                <a:gd name="connsiteY41" fmla="*/ 570569 h 813984"/>
                <a:gd name="connsiteX42" fmla="*/ 80652 w 504825"/>
                <a:gd name="connsiteY42" fmla="*/ 562686 h 813984"/>
                <a:gd name="connsiteX43" fmla="*/ 19050 w 504825"/>
                <a:gd name="connsiteY43" fmla="*/ 493712 h 813984"/>
                <a:gd name="connsiteX44" fmla="*/ 249333 w 504825"/>
                <a:gd name="connsiteY44" fmla="*/ 492125 h 813984"/>
                <a:gd name="connsiteX45" fmla="*/ 280182 w 504825"/>
                <a:gd name="connsiteY45" fmla="*/ 573177 h 813984"/>
                <a:gd name="connsiteX46" fmla="*/ 250328 w 504825"/>
                <a:gd name="connsiteY46" fmla="*/ 649287 h 813984"/>
                <a:gd name="connsiteX47" fmla="*/ 220473 w 504825"/>
                <a:gd name="connsiteY47" fmla="*/ 595911 h 813984"/>
                <a:gd name="connsiteX48" fmla="*/ 233410 w 504825"/>
                <a:gd name="connsiteY48" fmla="*/ 525732 h 813984"/>
                <a:gd name="connsiteX49" fmla="*/ 249333 w 504825"/>
                <a:gd name="connsiteY49" fmla="*/ 492125 h 813984"/>
                <a:gd name="connsiteX50" fmla="*/ 203454 w 504825"/>
                <a:gd name="connsiteY50" fmla="*/ 427037 h 813984"/>
                <a:gd name="connsiteX51" fmla="*/ 218294 w 504825"/>
                <a:gd name="connsiteY51" fmla="*/ 513561 h 813984"/>
                <a:gd name="connsiteX52" fmla="*/ 174764 w 504825"/>
                <a:gd name="connsiteY52" fmla="*/ 579437 h 813984"/>
                <a:gd name="connsiteX53" fmla="*/ 159924 w 504825"/>
                <a:gd name="connsiteY53" fmla="*/ 552890 h 813984"/>
                <a:gd name="connsiteX54" fmla="*/ 160913 w 504825"/>
                <a:gd name="connsiteY54" fmla="*/ 497829 h 813984"/>
                <a:gd name="connsiteX55" fmla="*/ 203454 w 504825"/>
                <a:gd name="connsiteY55" fmla="*/ 427037 h 813984"/>
                <a:gd name="connsiteX56" fmla="*/ 1959 w 504825"/>
                <a:gd name="connsiteY56" fmla="*/ 396875 h 813984"/>
                <a:gd name="connsiteX57" fmla="*/ 95039 w 504825"/>
                <a:gd name="connsiteY57" fmla="*/ 428176 h 813984"/>
                <a:gd name="connsiteX58" fmla="*/ 125413 w 504825"/>
                <a:gd name="connsiteY58" fmla="*/ 488821 h 813984"/>
                <a:gd name="connsiteX59" fmla="*/ 61727 w 504825"/>
                <a:gd name="connsiteY59" fmla="*/ 478061 h 813984"/>
                <a:gd name="connsiteX60" fmla="*/ 23515 w 504825"/>
                <a:gd name="connsiteY60" fmla="*/ 438935 h 813984"/>
                <a:gd name="connsiteX61" fmla="*/ 0 w 504825"/>
                <a:gd name="connsiteY61" fmla="*/ 398831 h 813984"/>
                <a:gd name="connsiteX62" fmla="*/ 1959 w 504825"/>
                <a:gd name="connsiteY62" fmla="*/ 396875 h 813984"/>
                <a:gd name="connsiteX63" fmla="*/ 180715 w 504825"/>
                <a:gd name="connsiteY63" fmla="*/ 320675 h 813984"/>
                <a:gd name="connsiteX64" fmla="*/ 186586 w 504825"/>
                <a:gd name="connsiteY64" fmla="*/ 354054 h 813984"/>
                <a:gd name="connsiteX65" fmla="*/ 184629 w 504825"/>
                <a:gd name="connsiteY65" fmla="*/ 414922 h 813984"/>
                <a:gd name="connsiteX66" fmla="*/ 135699 w 504825"/>
                <a:gd name="connsiteY66" fmla="*/ 469900 h 813984"/>
                <a:gd name="connsiteX67" fmla="*/ 124934 w 504825"/>
                <a:gd name="connsiteY67" fmla="*/ 402160 h 813984"/>
                <a:gd name="connsiteX68" fmla="*/ 180715 w 504825"/>
                <a:gd name="connsiteY68" fmla="*/ 320675 h 813984"/>
                <a:gd name="connsiteX69" fmla="*/ 14288 w 504825"/>
                <a:gd name="connsiteY69" fmla="*/ 273050 h 813984"/>
                <a:gd name="connsiteX70" fmla="*/ 27074 w 504825"/>
                <a:gd name="connsiteY70" fmla="*/ 280894 h 813984"/>
                <a:gd name="connsiteX71" fmla="*/ 75269 w 504825"/>
                <a:gd name="connsiteY71" fmla="*/ 317173 h 813984"/>
                <a:gd name="connsiteX72" fmla="*/ 96907 w 504825"/>
                <a:gd name="connsiteY72" fmla="*/ 401497 h 813984"/>
                <a:gd name="connsiteX73" fmla="*/ 95924 w 504825"/>
                <a:gd name="connsiteY73" fmla="*/ 406400 h 813984"/>
                <a:gd name="connsiteX74" fmla="*/ 35926 w 504825"/>
                <a:gd name="connsiteY74" fmla="*/ 364238 h 813984"/>
                <a:gd name="connsiteX75" fmla="*/ 17239 w 504825"/>
                <a:gd name="connsiteY75" fmla="*/ 298543 h 813984"/>
                <a:gd name="connsiteX76" fmla="*/ 14288 w 504825"/>
                <a:gd name="connsiteY76" fmla="*/ 273050 h 813984"/>
                <a:gd name="connsiteX77" fmla="*/ 185738 w 504825"/>
                <a:gd name="connsiteY77" fmla="*/ 219075 h 813984"/>
                <a:gd name="connsiteX78" fmla="*/ 168128 w 504825"/>
                <a:gd name="connsiteY78" fmla="*/ 311966 h 813984"/>
                <a:gd name="connsiteX79" fmla="*/ 108448 w 504825"/>
                <a:gd name="connsiteY79" fmla="*/ 354012 h 813984"/>
                <a:gd name="connsiteX80" fmla="*/ 112362 w 504825"/>
                <a:gd name="connsiteY80" fmla="*/ 288499 h 813984"/>
                <a:gd name="connsiteX81" fmla="*/ 165193 w 504825"/>
                <a:gd name="connsiteY81" fmla="*/ 233742 h 813984"/>
                <a:gd name="connsiteX82" fmla="*/ 185738 w 504825"/>
                <a:gd name="connsiteY82" fmla="*/ 219075 h 813984"/>
                <a:gd name="connsiteX83" fmla="*/ 62253 w 504825"/>
                <a:gd name="connsiteY83" fmla="*/ 144462 h 813984"/>
                <a:gd name="connsiteX84" fmla="*/ 69079 w 504825"/>
                <a:gd name="connsiteY84" fmla="*/ 152277 h 813984"/>
                <a:gd name="connsiteX85" fmla="*/ 106136 w 504825"/>
                <a:gd name="connsiteY85" fmla="*/ 214800 h 813984"/>
                <a:gd name="connsiteX86" fmla="*/ 90533 w 504825"/>
                <a:gd name="connsiteY86" fmla="*/ 296862 h 813984"/>
                <a:gd name="connsiteX87" fmla="*/ 48600 w 504825"/>
                <a:gd name="connsiteY87" fmla="*/ 225546 h 813984"/>
                <a:gd name="connsiteX88" fmla="*/ 62253 w 504825"/>
                <a:gd name="connsiteY88" fmla="*/ 144462 h 813984"/>
                <a:gd name="connsiteX89" fmla="*/ 247651 w 504825"/>
                <a:gd name="connsiteY89" fmla="*/ 111125 h 813984"/>
                <a:gd name="connsiteX90" fmla="*/ 201181 w 504825"/>
                <a:gd name="connsiteY90" fmla="*/ 200615 h 813984"/>
                <a:gd name="connsiteX91" fmla="*/ 135927 w 504825"/>
                <a:gd name="connsiteY91" fmla="*/ 220283 h 813984"/>
                <a:gd name="connsiteX92" fmla="*/ 141859 w 504825"/>
                <a:gd name="connsiteY92" fmla="*/ 183897 h 813984"/>
                <a:gd name="connsiteX93" fmla="*/ 173498 w 504825"/>
                <a:gd name="connsiteY93" fmla="*/ 143577 h 813984"/>
                <a:gd name="connsiteX94" fmla="*/ 247651 w 504825"/>
                <a:gd name="connsiteY94" fmla="*/ 111125 h 813984"/>
                <a:gd name="connsiteX95" fmla="*/ 124313 w 504825"/>
                <a:gd name="connsiteY95" fmla="*/ 25400 h 813984"/>
                <a:gd name="connsiteX96" fmla="*/ 153621 w 504825"/>
                <a:gd name="connsiteY96" fmla="*/ 119332 h 813984"/>
                <a:gd name="connsiteX97" fmla="*/ 122359 w 504825"/>
                <a:gd name="connsiteY97" fmla="*/ 180975 h 813984"/>
                <a:gd name="connsiteX98" fmla="*/ 94029 w 504825"/>
                <a:gd name="connsiteY98" fmla="*/ 124224 h 813984"/>
                <a:gd name="connsiteX99" fmla="*/ 113567 w 504825"/>
                <a:gd name="connsiteY99" fmla="*/ 45948 h 813984"/>
                <a:gd name="connsiteX100" fmla="*/ 124313 w 504825"/>
                <a:gd name="connsiteY100" fmla="*/ 25400 h 813984"/>
                <a:gd name="connsiteX101" fmla="*/ 265113 w 504825"/>
                <a:gd name="connsiteY101" fmla="*/ 0 h 813984"/>
                <a:gd name="connsiteX102" fmla="*/ 221711 w 504825"/>
                <a:gd name="connsiteY102" fmla="*/ 101032 h 813984"/>
                <a:gd name="connsiteX103" fmla="*/ 166472 w 504825"/>
                <a:gd name="connsiteY103" fmla="*/ 120650 h 813984"/>
                <a:gd name="connsiteX104" fmla="*/ 175350 w 504825"/>
                <a:gd name="connsiteY104" fmla="*/ 64739 h 813984"/>
                <a:gd name="connsiteX105" fmla="*/ 204942 w 504825"/>
                <a:gd name="connsiteY105" fmla="*/ 32369 h 813984"/>
                <a:gd name="connsiteX106" fmla="*/ 265113 w 504825"/>
                <a:gd name="connsiteY106" fmla="*/ 0 h 81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504825" h="813984">
                  <a:moveTo>
                    <a:pt x="460580" y="749708"/>
                  </a:moveTo>
                  <a:cubicBezTo>
                    <a:pt x="476312" y="750706"/>
                    <a:pt x="491060" y="757691"/>
                    <a:pt x="504825" y="766671"/>
                  </a:cubicBezTo>
                  <a:cubicBezTo>
                    <a:pt x="491060" y="790620"/>
                    <a:pt x="472379" y="806586"/>
                    <a:pt x="445832" y="811575"/>
                  </a:cubicBezTo>
                  <a:cubicBezTo>
                    <a:pt x="414368" y="817562"/>
                    <a:pt x="383888" y="811575"/>
                    <a:pt x="352425" y="802594"/>
                  </a:cubicBezTo>
                  <a:cubicBezTo>
                    <a:pt x="370123" y="787626"/>
                    <a:pt x="386838" y="772659"/>
                    <a:pt x="405519" y="762680"/>
                  </a:cubicBezTo>
                  <a:cubicBezTo>
                    <a:pt x="422234" y="752701"/>
                    <a:pt x="440915" y="747712"/>
                    <a:pt x="460580" y="749708"/>
                  </a:cubicBezTo>
                  <a:close/>
                  <a:moveTo>
                    <a:pt x="364735" y="715339"/>
                  </a:moveTo>
                  <a:cubicBezTo>
                    <a:pt x="377608" y="718752"/>
                    <a:pt x="389868" y="725578"/>
                    <a:pt x="401638" y="735330"/>
                  </a:cubicBezTo>
                  <a:cubicBezTo>
                    <a:pt x="381041" y="764585"/>
                    <a:pt x="353578" y="776287"/>
                    <a:pt x="319249" y="774337"/>
                  </a:cubicBezTo>
                  <a:cubicBezTo>
                    <a:pt x="294729" y="773362"/>
                    <a:pt x="272170" y="766535"/>
                    <a:pt x="247650" y="757759"/>
                  </a:cubicBezTo>
                  <a:cubicBezTo>
                    <a:pt x="251573" y="754833"/>
                    <a:pt x="254516" y="751908"/>
                    <a:pt x="257458" y="749957"/>
                  </a:cubicBezTo>
                  <a:cubicBezTo>
                    <a:pt x="278055" y="735330"/>
                    <a:pt x="298652" y="721677"/>
                    <a:pt x="324153" y="715826"/>
                  </a:cubicBezTo>
                  <a:cubicBezTo>
                    <a:pt x="338375" y="711925"/>
                    <a:pt x="351861" y="711925"/>
                    <a:pt x="364735" y="715339"/>
                  </a:cubicBezTo>
                  <a:close/>
                  <a:moveTo>
                    <a:pt x="248149" y="660513"/>
                  </a:moveTo>
                  <a:cubicBezTo>
                    <a:pt x="270852" y="664413"/>
                    <a:pt x="292568" y="679041"/>
                    <a:pt x="306388" y="700495"/>
                  </a:cubicBezTo>
                  <a:cubicBezTo>
                    <a:pt x="293556" y="711222"/>
                    <a:pt x="278749" y="718048"/>
                    <a:pt x="261968" y="720973"/>
                  </a:cubicBezTo>
                  <a:cubicBezTo>
                    <a:pt x="241239" y="723899"/>
                    <a:pt x="221497" y="719023"/>
                    <a:pt x="202742" y="709271"/>
                  </a:cubicBezTo>
                  <a:cubicBezTo>
                    <a:pt x="185961" y="701470"/>
                    <a:pt x="169181" y="690743"/>
                    <a:pt x="152400" y="680991"/>
                  </a:cubicBezTo>
                  <a:cubicBezTo>
                    <a:pt x="152400" y="680016"/>
                    <a:pt x="152400" y="679041"/>
                    <a:pt x="153387" y="679041"/>
                  </a:cubicBezTo>
                  <a:cubicBezTo>
                    <a:pt x="183987" y="667339"/>
                    <a:pt x="214587" y="655637"/>
                    <a:pt x="248149" y="660513"/>
                  </a:cubicBezTo>
                  <a:close/>
                  <a:moveTo>
                    <a:pt x="371475" y="631825"/>
                  </a:moveTo>
                  <a:cubicBezTo>
                    <a:pt x="381234" y="633802"/>
                    <a:pt x="389042" y="635779"/>
                    <a:pt x="396849" y="637756"/>
                  </a:cubicBezTo>
                  <a:cubicBezTo>
                    <a:pt x="418320" y="642698"/>
                    <a:pt x="439790" y="650605"/>
                    <a:pt x="457357" y="664444"/>
                  </a:cubicBezTo>
                  <a:cubicBezTo>
                    <a:pt x="477851" y="680259"/>
                    <a:pt x="490538" y="705958"/>
                    <a:pt x="489562" y="732646"/>
                  </a:cubicBezTo>
                  <a:cubicBezTo>
                    <a:pt x="466140" y="736600"/>
                    <a:pt x="443694" y="731658"/>
                    <a:pt x="425151" y="715843"/>
                  </a:cubicBezTo>
                  <a:cubicBezTo>
                    <a:pt x="398801" y="695085"/>
                    <a:pt x="385138" y="664444"/>
                    <a:pt x="371475" y="631825"/>
                  </a:cubicBezTo>
                  <a:close/>
                  <a:moveTo>
                    <a:pt x="121911" y="585849"/>
                  </a:moveTo>
                  <a:cubicBezTo>
                    <a:pt x="137432" y="584983"/>
                    <a:pt x="152832" y="585973"/>
                    <a:pt x="168475" y="590921"/>
                  </a:cubicBezTo>
                  <a:cubicBezTo>
                    <a:pt x="193897" y="598838"/>
                    <a:pt x="210518" y="616651"/>
                    <a:pt x="222251" y="642381"/>
                  </a:cubicBezTo>
                  <a:cubicBezTo>
                    <a:pt x="212474" y="648318"/>
                    <a:pt x="202696" y="651287"/>
                    <a:pt x="191941" y="653266"/>
                  </a:cubicBezTo>
                  <a:cubicBezTo>
                    <a:pt x="169453" y="657225"/>
                    <a:pt x="149898" y="651287"/>
                    <a:pt x="131322" y="640401"/>
                  </a:cubicBezTo>
                  <a:cubicBezTo>
                    <a:pt x="109811" y="627537"/>
                    <a:pt x="92212" y="610713"/>
                    <a:pt x="74613" y="591911"/>
                  </a:cubicBezTo>
                  <a:cubicBezTo>
                    <a:pt x="90746" y="589437"/>
                    <a:pt x="106389" y="586715"/>
                    <a:pt x="121911" y="585849"/>
                  </a:cubicBezTo>
                  <a:close/>
                  <a:moveTo>
                    <a:pt x="299889" y="554037"/>
                  </a:moveTo>
                  <a:cubicBezTo>
                    <a:pt x="327152" y="580612"/>
                    <a:pt x="355388" y="605218"/>
                    <a:pt x="362204" y="644588"/>
                  </a:cubicBezTo>
                  <a:cubicBezTo>
                    <a:pt x="365125" y="664272"/>
                    <a:pt x="360257" y="683957"/>
                    <a:pt x="349546" y="701674"/>
                  </a:cubicBezTo>
                  <a:cubicBezTo>
                    <a:pt x="323257" y="689863"/>
                    <a:pt x="305731" y="669194"/>
                    <a:pt x="298916" y="640651"/>
                  </a:cubicBezTo>
                  <a:cubicBezTo>
                    <a:pt x="292100" y="613092"/>
                    <a:pt x="295021" y="584549"/>
                    <a:pt x="299889" y="554037"/>
                  </a:cubicBezTo>
                  <a:close/>
                  <a:moveTo>
                    <a:pt x="19050" y="493712"/>
                  </a:moveTo>
                  <a:cubicBezTo>
                    <a:pt x="31761" y="493712"/>
                    <a:pt x="42517" y="493712"/>
                    <a:pt x="53273" y="495683"/>
                  </a:cubicBezTo>
                  <a:cubicBezTo>
                    <a:pt x="67940" y="497653"/>
                    <a:pt x="82608" y="499624"/>
                    <a:pt x="96297" y="504551"/>
                  </a:cubicBezTo>
                  <a:cubicBezTo>
                    <a:pt x="128565" y="514404"/>
                    <a:pt x="146165" y="538052"/>
                    <a:pt x="153988" y="570569"/>
                  </a:cubicBezTo>
                  <a:cubicBezTo>
                    <a:pt x="127587" y="579437"/>
                    <a:pt x="103142" y="577466"/>
                    <a:pt x="80652" y="562686"/>
                  </a:cubicBezTo>
                  <a:cubicBezTo>
                    <a:pt x="54251" y="545935"/>
                    <a:pt x="36650" y="521302"/>
                    <a:pt x="19050" y="493712"/>
                  </a:cubicBezTo>
                  <a:close/>
                  <a:moveTo>
                    <a:pt x="249333" y="492125"/>
                  </a:moveTo>
                  <a:cubicBezTo>
                    <a:pt x="263265" y="518813"/>
                    <a:pt x="277197" y="543524"/>
                    <a:pt x="280182" y="573177"/>
                  </a:cubicBezTo>
                  <a:cubicBezTo>
                    <a:pt x="284163" y="603819"/>
                    <a:pt x="272221" y="628530"/>
                    <a:pt x="250328" y="649287"/>
                  </a:cubicBezTo>
                  <a:cubicBezTo>
                    <a:pt x="233410" y="634460"/>
                    <a:pt x="223459" y="617657"/>
                    <a:pt x="220473" y="595911"/>
                  </a:cubicBezTo>
                  <a:cubicBezTo>
                    <a:pt x="217488" y="571200"/>
                    <a:pt x="223459" y="547478"/>
                    <a:pt x="233410" y="525732"/>
                  </a:cubicBezTo>
                  <a:cubicBezTo>
                    <a:pt x="237391" y="514859"/>
                    <a:pt x="243362" y="504975"/>
                    <a:pt x="249333" y="492125"/>
                  </a:cubicBezTo>
                  <a:close/>
                  <a:moveTo>
                    <a:pt x="203454" y="427037"/>
                  </a:moveTo>
                  <a:cubicBezTo>
                    <a:pt x="213347" y="455550"/>
                    <a:pt x="222251" y="484064"/>
                    <a:pt x="218294" y="513561"/>
                  </a:cubicBezTo>
                  <a:cubicBezTo>
                    <a:pt x="215326" y="543058"/>
                    <a:pt x="202464" y="562722"/>
                    <a:pt x="174764" y="579437"/>
                  </a:cubicBezTo>
                  <a:cubicBezTo>
                    <a:pt x="167838" y="571571"/>
                    <a:pt x="163881" y="562722"/>
                    <a:pt x="159924" y="552890"/>
                  </a:cubicBezTo>
                  <a:cubicBezTo>
                    <a:pt x="153988" y="535192"/>
                    <a:pt x="154977" y="516510"/>
                    <a:pt x="160913" y="497829"/>
                  </a:cubicBezTo>
                  <a:cubicBezTo>
                    <a:pt x="168828" y="471282"/>
                    <a:pt x="184657" y="449651"/>
                    <a:pt x="203454" y="427037"/>
                  </a:cubicBezTo>
                  <a:close/>
                  <a:moveTo>
                    <a:pt x="1959" y="396875"/>
                  </a:moveTo>
                  <a:cubicBezTo>
                    <a:pt x="35272" y="401766"/>
                    <a:pt x="68585" y="406656"/>
                    <a:pt x="95039" y="428176"/>
                  </a:cubicBezTo>
                  <a:cubicBezTo>
                    <a:pt x="114635" y="443826"/>
                    <a:pt x="122474" y="464367"/>
                    <a:pt x="125413" y="488821"/>
                  </a:cubicBezTo>
                  <a:cubicBezTo>
                    <a:pt x="102878" y="493712"/>
                    <a:pt x="81322" y="490777"/>
                    <a:pt x="61727" y="478061"/>
                  </a:cubicBezTo>
                  <a:cubicBezTo>
                    <a:pt x="46050" y="468280"/>
                    <a:pt x="33313" y="454586"/>
                    <a:pt x="23515" y="438935"/>
                  </a:cubicBezTo>
                  <a:cubicBezTo>
                    <a:pt x="15676" y="425241"/>
                    <a:pt x="7838" y="411547"/>
                    <a:pt x="0" y="398831"/>
                  </a:cubicBezTo>
                  <a:cubicBezTo>
                    <a:pt x="980" y="397853"/>
                    <a:pt x="980" y="397853"/>
                    <a:pt x="1959" y="396875"/>
                  </a:cubicBezTo>
                  <a:close/>
                  <a:moveTo>
                    <a:pt x="180715" y="320675"/>
                  </a:moveTo>
                  <a:cubicBezTo>
                    <a:pt x="182672" y="333438"/>
                    <a:pt x="184629" y="343255"/>
                    <a:pt x="186586" y="354054"/>
                  </a:cubicBezTo>
                  <a:cubicBezTo>
                    <a:pt x="189522" y="374671"/>
                    <a:pt x="190501" y="394306"/>
                    <a:pt x="184629" y="414922"/>
                  </a:cubicBezTo>
                  <a:cubicBezTo>
                    <a:pt x="177779" y="441429"/>
                    <a:pt x="160164" y="458119"/>
                    <a:pt x="135699" y="469900"/>
                  </a:cubicBezTo>
                  <a:cubicBezTo>
                    <a:pt x="122977" y="448302"/>
                    <a:pt x="119063" y="425721"/>
                    <a:pt x="124934" y="402160"/>
                  </a:cubicBezTo>
                  <a:cubicBezTo>
                    <a:pt x="134721" y="369762"/>
                    <a:pt x="157228" y="346200"/>
                    <a:pt x="180715" y="320675"/>
                  </a:cubicBezTo>
                  <a:close/>
                  <a:moveTo>
                    <a:pt x="14288" y="273050"/>
                  </a:moveTo>
                  <a:cubicBezTo>
                    <a:pt x="20189" y="275991"/>
                    <a:pt x="24124" y="277952"/>
                    <a:pt x="27074" y="280894"/>
                  </a:cubicBezTo>
                  <a:cubicBezTo>
                    <a:pt x="44778" y="290699"/>
                    <a:pt x="60515" y="302465"/>
                    <a:pt x="75269" y="317173"/>
                  </a:cubicBezTo>
                  <a:cubicBezTo>
                    <a:pt x="97891" y="340705"/>
                    <a:pt x="104776" y="369140"/>
                    <a:pt x="96907" y="401497"/>
                  </a:cubicBezTo>
                  <a:cubicBezTo>
                    <a:pt x="96907" y="402478"/>
                    <a:pt x="95924" y="403458"/>
                    <a:pt x="95924" y="406400"/>
                  </a:cubicBezTo>
                  <a:cubicBezTo>
                    <a:pt x="69368" y="400517"/>
                    <a:pt x="48713" y="386790"/>
                    <a:pt x="35926" y="364238"/>
                  </a:cubicBezTo>
                  <a:cubicBezTo>
                    <a:pt x="24124" y="343647"/>
                    <a:pt x="19206" y="321095"/>
                    <a:pt x="17239" y="298543"/>
                  </a:cubicBezTo>
                  <a:cubicBezTo>
                    <a:pt x="16255" y="290699"/>
                    <a:pt x="15271" y="282855"/>
                    <a:pt x="14288" y="273050"/>
                  </a:cubicBezTo>
                  <a:close/>
                  <a:moveTo>
                    <a:pt x="185738" y="219075"/>
                  </a:moveTo>
                  <a:cubicBezTo>
                    <a:pt x="184760" y="252320"/>
                    <a:pt x="184760" y="283610"/>
                    <a:pt x="168128" y="311966"/>
                  </a:cubicBezTo>
                  <a:cubicBezTo>
                    <a:pt x="155409" y="335434"/>
                    <a:pt x="134864" y="348145"/>
                    <a:pt x="108448" y="354012"/>
                  </a:cubicBezTo>
                  <a:cubicBezTo>
                    <a:pt x="101600" y="331522"/>
                    <a:pt x="102578" y="310011"/>
                    <a:pt x="112362" y="288499"/>
                  </a:cubicBezTo>
                  <a:cubicBezTo>
                    <a:pt x="124102" y="265032"/>
                    <a:pt x="143669" y="248409"/>
                    <a:pt x="165193" y="233742"/>
                  </a:cubicBezTo>
                  <a:cubicBezTo>
                    <a:pt x="171063" y="228853"/>
                    <a:pt x="177911" y="224942"/>
                    <a:pt x="185738" y="219075"/>
                  </a:cubicBezTo>
                  <a:close/>
                  <a:moveTo>
                    <a:pt x="62253" y="144462"/>
                  </a:moveTo>
                  <a:cubicBezTo>
                    <a:pt x="65178" y="147393"/>
                    <a:pt x="67129" y="150323"/>
                    <a:pt x="69079" y="152277"/>
                  </a:cubicBezTo>
                  <a:cubicBezTo>
                    <a:pt x="83707" y="171816"/>
                    <a:pt x="98335" y="191354"/>
                    <a:pt x="106136" y="214800"/>
                  </a:cubicBezTo>
                  <a:cubicBezTo>
                    <a:pt x="115888" y="243131"/>
                    <a:pt x="110037" y="275370"/>
                    <a:pt x="90533" y="296862"/>
                  </a:cubicBezTo>
                  <a:cubicBezTo>
                    <a:pt x="64203" y="280254"/>
                    <a:pt x="50550" y="255831"/>
                    <a:pt x="48600" y="225546"/>
                  </a:cubicBezTo>
                  <a:cubicBezTo>
                    <a:pt x="47625" y="198193"/>
                    <a:pt x="54451" y="171816"/>
                    <a:pt x="62253" y="144462"/>
                  </a:cubicBezTo>
                  <a:close/>
                  <a:moveTo>
                    <a:pt x="247651" y="111125"/>
                  </a:moveTo>
                  <a:cubicBezTo>
                    <a:pt x="236775" y="144561"/>
                    <a:pt x="226888" y="177013"/>
                    <a:pt x="201181" y="200615"/>
                  </a:cubicBezTo>
                  <a:cubicBezTo>
                    <a:pt x="182396" y="216349"/>
                    <a:pt x="160644" y="222250"/>
                    <a:pt x="135927" y="220283"/>
                  </a:cubicBezTo>
                  <a:cubicBezTo>
                    <a:pt x="134938" y="207499"/>
                    <a:pt x="136915" y="195698"/>
                    <a:pt x="141859" y="183897"/>
                  </a:cubicBezTo>
                  <a:cubicBezTo>
                    <a:pt x="147791" y="167179"/>
                    <a:pt x="158667" y="154395"/>
                    <a:pt x="173498" y="143577"/>
                  </a:cubicBezTo>
                  <a:cubicBezTo>
                    <a:pt x="195249" y="127843"/>
                    <a:pt x="219967" y="118992"/>
                    <a:pt x="247651" y="111125"/>
                  </a:cubicBezTo>
                  <a:close/>
                  <a:moveTo>
                    <a:pt x="124313" y="25400"/>
                  </a:moveTo>
                  <a:cubicBezTo>
                    <a:pt x="139944" y="56711"/>
                    <a:pt x="155575" y="85086"/>
                    <a:pt x="153621" y="119332"/>
                  </a:cubicBezTo>
                  <a:cubicBezTo>
                    <a:pt x="152644" y="144772"/>
                    <a:pt x="140921" y="164341"/>
                    <a:pt x="122359" y="180975"/>
                  </a:cubicBezTo>
                  <a:cubicBezTo>
                    <a:pt x="105752" y="165320"/>
                    <a:pt x="95983" y="146729"/>
                    <a:pt x="94029" y="124224"/>
                  </a:cubicBezTo>
                  <a:cubicBezTo>
                    <a:pt x="92075" y="95849"/>
                    <a:pt x="101844" y="71387"/>
                    <a:pt x="113567" y="45948"/>
                  </a:cubicBezTo>
                  <a:cubicBezTo>
                    <a:pt x="117475" y="40077"/>
                    <a:pt x="120406" y="33228"/>
                    <a:pt x="124313" y="25400"/>
                  </a:cubicBezTo>
                  <a:close/>
                  <a:moveTo>
                    <a:pt x="265113" y="0"/>
                  </a:moveTo>
                  <a:cubicBezTo>
                    <a:pt x="257222" y="37274"/>
                    <a:pt x="251303" y="74548"/>
                    <a:pt x="221711" y="101032"/>
                  </a:cubicBezTo>
                  <a:cubicBezTo>
                    <a:pt x="205928" y="113784"/>
                    <a:pt x="187187" y="119669"/>
                    <a:pt x="166472" y="120650"/>
                  </a:cubicBezTo>
                  <a:cubicBezTo>
                    <a:pt x="163513" y="101032"/>
                    <a:pt x="166472" y="82395"/>
                    <a:pt x="175350" y="64739"/>
                  </a:cubicBezTo>
                  <a:cubicBezTo>
                    <a:pt x="183241" y="51987"/>
                    <a:pt x="193105" y="41197"/>
                    <a:pt x="204942" y="32369"/>
                  </a:cubicBezTo>
                  <a:cubicBezTo>
                    <a:pt x="223684" y="18637"/>
                    <a:pt x="243412" y="8828"/>
                    <a:pt x="2651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</p:grpSp>
      <p:sp>
        <p:nvSpPr>
          <p:cNvPr id="79" name="www.koppt.cn">
            <a:extLst>
              <a:ext uri="{FF2B5EF4-FFF2-40B4-BE49-F238E27FC236}">
                <a16:creationId xmlns:a16="http://schemas.microsoft.com/office/drawing/2014/main" id="{AC21E0E1-ED90-4204-88B2-CFAC7F5CCF7F}"/>
              </a:ext>
            </a:extLst>
          </p:cNvPr>
          <p:cNvSpPr txBox="1"/>
          <p:nvPr/>
        </p:nvSpPr>
        <p:spPr>
          <a:xfrm>
            <a:off x="4885388" y="6068796"/>
            <a:ext cx="2456584" cy="62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基于知识库数据统一管理的透平机械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CAE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集成平台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FBE59E12-0459-425C-9449-55547EA9A514}"/>
              </a:ext>
            </a:extLst>
          </p:cNvPr>
          <p:cNvGrpSpPr/>
          <p:nvPr/>
        </p:nvGrpSpPr>
        <p:grpSpPr>
          <a:xfrm>
            <a:off x="4658149" y="3975472"/>
            <a:ext cx="2860065" cy="1924291"/>
            <a:chOff x="1645736" y="1972506"/>
            <a:chExt cx="1745013" cy="817160"/>
          </a:xfr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1"/>
            <a:tileRect/>
          </a:gradFill>
        </p:grpSpPr>
        <p:sp>
          <p:nvSpPr>
            <p:cNvPr id="83" name="www.koppt.cn">
              <a:extLst>
                <a:ext uri="{FF2B5EF4-FFF2-40B4-BE49-F238E27FC236}">
                  <a16:creationId xmlns:a16="http://schemas.microsoft.com/office/drawing/2014/main" id="{067BFFE2-0F4A-41AA-853E-162BCD2398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099" y="1972506"/>
              <a:ext cx="501650" cy="815634"/>
            </a:xfrm>
            <a:custGeom>
              <a:avLst/>
              <a:gdLst>
                <a:gd name="connsiteX0" fmla="*/ 39623 w 501650"/>
                <a:gd name="connsiteY0" fmla="*/ 752169 h 815634"/>
                <a:gd name="connsiteX1" fmla="*/ 82903 w 501650"/>
                <a:gd name="connsiteY1" fmla="*/ 756980 h 815634"/>
                <a:gd name="connsiteX2" fmla="*/ 148250 w 501650"/>
                <a:gd name="connsiteY2" fmla="*/ 803361 h 815634"/>
                <a:gd name="connsiteX3" fmla="*/ 149225 w 501650"/>
                <a:gd name="connsiteY3" fmla="*/ 805335 h 815634"/>
                <a:gd name="connsiteX4" fmla="*/ 57544 w 501650"/>
                <a:gd name="connsiteY4" fmla="*/ 813229 h 815634"/>
                <a:gd name="connsiteX5" fmla="*/ 0 w 501650"/>
                <a:gd name="connsiteY5" fmla="*/ 768822 h 815634"/>
                <a:gd name="connsiteX6" fmla="*/ 39623 w 501650"/>
                <a:gd name="connsiteY6" fmla="*/ 752169 h 815634"/>
                <a:gd name="connsiteX7" fmla="*/ 140799 w 501650"/>
                <a:gd name="connsiteY7" fmla="*/ 716767 h 815634"/>
                <a:gd name="connsiteX8" fmla="*/ 184272 w 501650"/>
                <a:gd name="connsiteY8" fmla="*/ 718494 h 815634"/>
                <a:gd name="connsiteX9" fmla="*/ 255587 w 501650"/>
                <a:gd name="connsiteY9" fmla="*/ 759940 h 815634"/>
                <a:gd name="connsiteX10" fmla="*/ 153010 w 501650"/>
                <a:gd name="connsiteY10" fmla="*/ 773756 h 815634"/>
                <a:gd name="connsiteX11" fmla="*/ 103187 w 501650"/>
                <a:gd name="connsiteY11" fmla="*/ 737243 h 815634"/>
                <a:gd name="connsiteX12" fmla="*/ 140799 w 501650"/>
                <a:gd name="connsiteY12" fmla="*/ 716767 h 815634"/>
                <a:gd name="connsiteX13" fmla="*/ 261584 w 501650"/>
                <a:gd name="connsiteY13" fmla="*/ 663326 h 815634"/>
                <a:gd name="connsiteX14" fmla="*/ 350838 w 501650"/>
                <a:gd name="connsiteY14" fmla="*/ 681854 h 815634"/>
                <a:gd name="connsiteX15" fmla="*/ 342011 w 501650"/>
                <a:gd name="connsiteY15" fmla="*/ 687705 h 815634"/>
                <a:gd name="connsiteX16" fmla="*/ 281200 w 501650"/>
                <a:gd name="connsiteY16" fmla="*/ 719886 h 815634"/>
                <a:gd name="connsiteX17" fmla="*/ 201754 w 501650"/>
                <a:gd name="connsiteY17" fmla="*/ 707208 h 815634"/>
                <a:gd name="connsiteX18" fmla="*/ 198812 w 501650"/>
                <a:gd name="connsiteY18" fmla="*/ 704283 h 815634"/>
                <a:gd name="connsiteX19" fmla="*/ 196850 w 501650"/>
                <a:gd name="connsiteY19" fmla="*/ 702332 h 815634"/>
                <a:gd name="connsiteX20" fmla="*/ 261584 w 501650"/>
                <a:gd name="connsiteY20" fmla="*/ 663326 h 815634"/>
                <a:gd name="connsiteX21" fmla="*/ 131763 w 501650"/>
                <a:gd name="connsiteY21" fmla="*/ 633412 h 815634"/>
                <a:gd name="connsiteX22" fmla="*/ 125859 w 501650"/>
                <a:gd name="connsiteY22" fmla="*/ 648239 h 815634"/>
                <a:gd name="connsiteX23" fmla="*/ 92403 w 501650"/>
                <a:gd name="connsiteY23" fmla="*/ 704580 h 815634"/>
                <a:gd name="connsiteX24" fmla="*/ 15652 w 501650"/>
                <a:gd name="connsiteY24" fmla="*/ 735222 h 815634"/>
                <a:gd name="connsiteX25" fmla="*/ 12700 w 501650"/>
                <a:gd name="connsiteY25" fmla="*/ 734233 h 815634"/>
                <a:gd name="connsiteX26" fmla="*/ 55012 w 501650"/>
                <a:gd name="connsiteY26" fmla="*/ 659112 h 815634"/>
                <a:gd name="connsiteX27" fmla="*/ 131763 w 501650"/>
                <a:gd name="connsiteY27" fmla="*/ 633412 h 815634"/>
                <a:gd name="connsiteX28" fmla="*/ 385441 w 501650"/>
                <a:gd name="connsiteY28" fmla="*/ 588085 h 815634"/>
                <a:gd name="connsiteX29" fmla="*/ 428625 w 501650"/>
                <a:gd name="connsiteY29" fmla="*/ 594226 h 815634"/>
                <a:gd name="connsiteX30" fmla="*/ 358743 w 501650"/>
                <a:gd name="connsiteY30" fmla="*/ 649371 h 815634"/>
                <a:gd name="connsiteX31" fmla="*/ 284924 w 501650"/>
                <a:gd name="connsiteY31" fmla="*/ 647366 h 815634"/>
                <a:gd name="connsiteX32" fmla="*/ 281971 w 501650"/>
                <a:gd name="connsiteY32" fmla="*/ 646363 h 815634"/>
                <a:gd name="connsiteX33" fmla="*/ 280987 w 501650"/>
                <a:gd name="connsiteY33" fmla="*/ 644358 h 815634"/>
                <a:gd name="connsiteX34" fmla="*/ 342995 w 501650"/>
                <a:gd name="connsiteY34" fmla="*/ 590216 h 815634"/>
                <a:gd name="connsiteX35" fmla="*/ 385441 w 501650"/>
                <a:gd name="connsiteY35" fmla="*/ 588085 h 815634"/>
                <a:gd name="connsiteX36" fmla="*/ 203220 w 501650"/>
                <a:gd name="connsiteY36" fmla="*/ 555625 h 815634"/>
                <a:gd name="connsiteX37" fmla="*/ 205199 w 501650"/>
                <a:gd name="connsiteY37" fmla="*/ 567436 h 815634"/>
                <a:gd name="connsiteX38" fmla="*/ 203220 w 501650"/>
                <a:gd name="connsiteY38" fmla="*/ 648144 h 815634"/>
                <a:gd name="connsiteX39" fmla="*/ 152750 w 501650"/>
                <a:gd name="connsiteY39" fmla="*/ 703262 h 815634"/>
                <a:gd name="connsiteX40" fmla="*/ 146812 w 501650"/>
                <a:gd name="connsiteY40" fmla="*/ 623538 h 815634"/>
                <a:gd name="connsiteX41" fmla="*/ 193324 w 501650"/>
                <a:gd name="connsiteY41" fmla="*/ 565467 h 815634"/>
                <a:gd name="connsiteX42" fmla="*/ 203220 w 501650"/>
                <a:gd name="connsiteY42" fmla="*/ 555625 h 815634"/>
                <a:gd name="connsiteX43" fmla="*/ 484188 w 501650"/>
                <a:gd name="connsiteY43" fmla="*/ 495300 h 815634"/>
                <a:gd name="connsiteX44" fmla="*/ 481255 w 501650"/>
                <a:gd name="connsiteY44" fmla="*/ 501253 h 815634"/>
                <a:gd name="connsiteX45" fmla="*/ 427475 w 501650"/>
                <a:gd name="connsiteY45" fmla="*/ 562768 h 815634"/>
                <a:gd name="connsiteX46" fmla="*/ 354139 w 501650"/>
                <a:gd name="connsiteY46" fmla="*/ 575667 h 815634"/>
                <a:gd name="connsiteX47" fmla="*/ 351206 w 501650"/>
                <a:gd name="connsiteY47" fmla="*/ 574674 h 815634"/>
                <a:gd name="connsiteX48" fmla="*/ 349250 w 501650"/>
                <a:gd name="connsiteY48" fmla="*/ 573682 h 815634"/>
                <a:gd name="connsiteX49" fmla="*/ 381518 w 501650"/>
                <a:gd name="connsiteY49" fmla="*/ 520104 h 815634"/>
                <a:gd name="connsiteX50" fmla="*/ 439209 w 501650"/>
                <a:gd name="connsiteY50" fmla="*/ 499269 h 815634"/>
                <a:gd name="connsiteX51" fmla="*/ 484188 w 501650"/>
                <a:gd name="connsiteY51" fmla="*/ 495300 h 815634"/>
                <a:gd name="connsiteX52" fmla="*/ 254336 w 501650"/>
                <a:gd name="connsiteY52" fmla="*/ 493712 h 815634"/>
                <a:gd name="connsiteX53" fmla="*/ 283200 w 501650"/>
                <a:gd name="connsiteY53" fmla="*/ 588602 h 815634"/>
                <a:gd name="connsiteX54" fmla="*/ 253374 w 501650"/>
                <a:gd name="connsiteY54" fmla="*/ 650874 h 815634"/>
                <a:gd name="connsiteX55" fmla="*/ 224511 w 501650"/>
                <a:gd name="connsiteY55" fmla="*/ 571799 h 815634"/>
                <a:gd name="connsiteX56" fmla="*/ 254336 w 501650"/>
                <a:gd name="connsiteY56" fmla="*/ 493712 h 815634"/>
                <a:gd name="connsiteX57" fmla="*/ 299839 w 501650"/>
                <a:gd name="connsiteY57" fmla="*/ 428625 h 815634"/>
                <a:gd name="connsiteX58" fmla="*/ 342503 w 501650"/>
                <a:gd name="connsiteY58" fmla="*/ 499696 h 815634"/>
                <a:gd name="connsiteX59" fmla="*/ 331589 w 501650"/>
                <a:gd name="connsiteY59" fmla="*/ 579651 h 815634"/>
                <a:gd name="connsiteX60" fmla="*/ 328612 w 501650"/>
                <a:gd name="connsiteY60" fmla="*/ 582612 h 815634"/>
                <a:gd name="connsiteX61" fmla="*/ 284956 w 501650"/>
                <a:gd name="connsiteY61" fmla="*/ 498709 h 815634"/>
                <a:gd name="connsiteX62" fmla="*/ 291901 w 501650"/>
                <a:gd name="connsiteY62" fmla="*/ 454289 h 815634"/>
                <a:gd name="connsiteX63" fmla="*/ 299839 w 501650"/>
                <a:gd name="connsiteY63" fmla="*/ 428625 h 815634"/>
                <a:gd name="connsiteX64" fmla="*/ 500675 w 501650"/>
                <a:gd name="connsiteY64" fmla="*/ 398462 h 815634"/>
                <a:gd name="connsiteX65" fmla="*/ 501650 w 501650"/>
                <a:gd name="connsiteY65" fmla="*/ 400450 h 815634"/>
                <a:gd name="connsiteX66" fmla="*/ 442175 w 501650"/>
                <a:gd name="connsiteY66" fmla="*/ 480980 h 815634"/>
                <a:gd name="connsiteX67" fmla="*/ 377825 w 501650"/>
                <a:gd name="connsiteY67" fmla="*/ 491916 h 815634"/>
                <a:gd name="connsiteX68" fmla="*/ 399275 w 501650"/>
                <a:gd name="connsiteY68" fmla="*/ 439224 h 815634"/>
                <a:gd name="connsiteX69" fmla="*/ 463625 w 501650"/>
                <a:gd name="connsiteY69" fmla="*/ 405421 h 815634"/>
                <a:gd name="connsiteX70" fmla="*/ 500675 w 501650"/>
                <a:gd name="connsiteY70" fmla="*/ 398462 h 815634"/>
                <a:gd name="connsiteX71" fmla="*/ 322112 w 501650"/>
                <a:gd name="connsiteY71" fmla="*/ 323850 h 815634"/>
                <a:gd name="connsiteX72" fmla="*/ 366519 w 501650"/>
                <a:gd name="connsiteY72" fmla="*/ 378603 h 815634"/>
                <a:gd name="connsiteX73" fmla="*/ 380035 w 501650"/>
                <a:gd name="connsiteY73" fmla="*/ 430422 h 815634"/>
                <a:gd name="connsiteX74" fmla="*/ 367485 w 501650"/>
                <a:gd name="connsiteY74" fmla="*/ 471487 h 815634"/>
                <a:gd name="connsiteX75" fmla="*/ 319216 w 501650"/>
                <a:gd name="connsiteY75" fmla="*/ 419667 h 815634"/>
                <a:gd name="connsiteX76" fmla="*/ 322112 w 501650"/>
                <a:gd name="connsiteY76" fmla="*/ 323850 h 815634"/>
                <a:gd name="connsiteX77" fmla="*/ 488950 w 501650"/>
                <a:gd name="connsiteY77" fmla="*/ 274637 h 815634"/>
                <a:gd name="connsiteX78" fmla="*/ 467458 w 501650"/>
                <a:gd name="connsiteY78" fmla="*/ 367786 h 815634"/>
                <a:gd name="connsiteX79" fmla="*/ 413727 w 501650"/>
                <a:gd name="connsiteY79" fmla="*/ 407987 h 815634"/>
                <a:gd name="connsiteX80" fmla="*/ 408842 w 501650"/>
                <a:gd name="connsiteY80" fmla="*/ 407987 h 815634"/>
                <a:gd name="connsiteX81" fmla="*/ 418612 w 501650"/>
                <a:gd name="connsiteY81" fmla="*/ 332487 h 815634"/>
                <a:gd name="connsiteX82" fmla="*/ 450850 w 501650"/>
                <a:gd name="connsiteY82" fmla="*/ 300130 h 815634"/>
                <a:gd name="connsiteX83" fmla="*/ 488950 w 501650"/>
                <a:gd name="connsiteY83" fmla="*/ 274637 h 815634"/>
                <a:gd name="connsiteX84" fmla="*/ 317500 w 501650"/>
                <a:gd name="connsiteY84" fmla="*/ 222250 h 815634"/>
                <a:gd name="connsiteX85" fmla="*/ 319462 w 501650"/>
                <a:gd name="connsiteY85" fmla="*/ 222250 h 815634"/>
                <a:gd name="connsiteX86" fmla="*/ 381268 w 501650"/>
                <a:gd name="connsiteY86" fmla="*/ 274836 h 815634"/>
                <a:gd name="connsiteX87" fmla="*/ 395003 w 501650"/>
                <a:gd name="connsiteY87" fmla="*/ 357187 h 815634"/>
                <a:gd name="connsiteX88" fmla="*/ 328292 w 501650"/>
                <a:gd name="connsiteY88" fmla="*/ 299640 h 815634"/>
                <a:gd name="connsiteX89" fmla="*/ 318481 w 501650"/>
                <a:gd name="connsiteY89" fmla="*/ 248047 h 815634"/>
                <a:gd name="connsiteX90" fmla="*/ 317500 w 501650"/>
                <a:gd name="connsiteY90" fmla="*/ 222250 h 815634"/>
                <a:gd name="connsiteX91" fmla="*/ 440475 w 501650"/>
                <a:gd name="connsiteY91" fmla="*/ 147637 h 815634"/>
                <a:gd name="connsiteX92" fmla="*/ 443427 w 501650"/>
                <a:gd name="connsiteY92" fmla="*/ 151570 h 815634"/>
                <a:gd name="connsiteX93" fmla="*/ 455233 w 501650"/>
                <a:gd name="connsiteY93" fmla="*/ 231211 h 815634"/>
                <a:gd name="connsiteX94" fmla="*/ 412929 w 501650"/>
                <a:gd name="connsiteY94" fmla="*/ 300037 h 815634"/>
                <a:gd name="connsiteX95" fmla="*/ 396204 w 501650"/>
                <a:gd name="connsiteY95" fmla="*/ 221379 h 815634"/>
                <a:gd name="connsiteX96" fmla="*/ 440475 w 501650"/>
                <a:gd name="connsiteY96" fmla="*/ 147637 h 815634"/>
                <a:gd name="connsiteX97" fmla="*/ 257554 w 501650"/>
                <a:gd name="connsiteY97" fmla="*/ 114300 h 815634"/>
                <a:gd name="connsiteX98" fmla="*/ 335243 w 501650"/>
                <a:gd name="connsiteY98" fmla="*/ 150686 h 815634"/>
                <a:gd name="connsiteX99" fmla="*/ 366712 w 501650"/>
                <a:gd name="connsiteY99" fmla="*/ 218541 h 815634"/>
                <a:gd name="connsiteX100" fmla="*/ 366712 w 501650"/>
                <a:gd name="connsiteY100" fmla="*/ 223458 h 815634"/>
                <a:gd name="connsiteX101" fmla="*/ 301807 w 501650"/>
                <a:gd name="connsiteY101" fmla="*/ 202807 h 815634"/>
                <a:gd name="connsiteX102" fmla="*/ 274272 w 501650"/>
                <a:gd name="connsiteY102" fmla="*/ 163470 h 815634"/>
                <a:gd name="connsiteX103" fmla="*/ 255587 w 501650"/>
                <a:gd name="connsiteY103" fmla="*/ 115283 h 815634"/>
                <a:gd name="connsiteX104" fmla="*/ 257554 w 501650"/>
                <a:gd name="connsiteY104" fmla="*/ 114300 h 815634"/>
                <a:gd name="connsiteX105" fmla="*/ 378924 w 501650"/>
                <a:gd name="connsiteY105" fmla="*/ 26987 h 815634"/>
                <a:gd name="connsiteX106" fmla="*/ 409208 w 501650"/>
                <a:gd name="connsiteY106" fmla="*/ 112981 h 815634"/>
                <a:gd name="connsiteX107" fmla="*/ 381854 w 501650"/>
                <a:gd name="connsiteY107" fmla="*/ 184149 h 815634"/>
                <a:gd name="connsiteX108" fmla="*/ 349616 w 501650"/>
                <a:gd name="connsiteY108" fmla="*/ 111993 h 815634"/>
                <a:gd name="connsiteX109" fmla="*/ 378924 w 501650"/>
                <a:gd name="connsiteY109" fmla="*/ 26987 h 815634"/>
                <a:gd name="connsiteX110" fmla="*/ 238125 w 501650"/>
                <a:gd name="connsiteY110" fmla="*/ 0 h 815634"/>
                <a:gd name="connsiteX111" fmla="*/ 275385 w 501650"/>
                <a:gd name="connsiteY111" fmla="*/ 18730 h 815634"/>
                <a:gd name="connsiteX112" fmla="*/ 327352 w 501650"/>
                <a:gd name="connsiteY112" fmla="*/ 66047 h 815634"/>
                <a:gd name="connsiteX113" fmla="*/ 337158 w 501650"/>
                <a:gd name="connsiteY113" fmla="*/ 117308 h 815634"/>
                <a:gd name="connsiteX114" fmla="*/ 336177 w 501650"/>
                <a:gd name="connsiteY114" fmla="*/ 122237 h 815634"/>
                <a:gd name="connsiteX115" fmla="*/ 264599 w 501650"/>
                <a:gd name="connsiteY115" fmla="*/ 81820 h 815634"/>
                <a:gd name="connsiteX116" fmla="*/ 238125 w 501650"/>
                <a:gd name="connsiteY116" fmla="*/ 0 h 815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501650" h="815634">
                  <a:moveTo>
                    <a:pt x="39623" y="752169"/>
                  </a:moveTo>
                  <a:cubicBezTo>
                    <a:pt x="53399" y="750072"/>
                    <a:pt x="67785" y="751553"/>
                    <a:pt x="82903" y="756980"/>
                  </a:cubicBezTo>
                  <a:cubicBezTo>
                    <a:pt x="108261" y="767835"/>
                    <a:pt x="128743" y="784611"/>
                    <a:pt x="148250" y="803361"/>
                  </a:cubicBezTo>
                  <a:cubicBezTo>
                    <a:pt x="148250" y="803361"/>
                    <a:pt x="148250" y="804348"/>
                    <a:pt x="149225" y="805335"/>
                  </a:cubicBezTo>
                  <a:cubicBezTo>
                    <a:pt x="118990" y="813229"/>
                    <a:pt x="88755" y="819150"/>
                    <a:pt x="57544" y="813229"/>
                  </a:cubicBezTo>
                  <a:cubicBezTo>
                    <a:pt x="33161" y="808295"/>
                    <a:pt x="10728" y="791519"/>
                    <a:pt x="0" y="768822"/>
                  </a:cubicBezTo>
                  <a:cubicBezTo>
                    <a:pt x="12679" y="759941"/>
                    <a:pt x="25846" y="754266"/>
                    <a:pt x="39623" y="752169"/>
                  </a:cubicBezTo>
                  <a:close/>
                  <a:moveTo>
                    <a:pt x="140799" y="716767"/>
                  </a:moveTo>
                  <a:cubicBezTo>
                    <a:pt x="154231" y="713559"/>
                    <a:pt x="168641" y="714053"/>
                    <a:pt x="184272" y="718494"/>
                  </a:cubicBezTo>
                  <a:cubicBezTo>
                    <a:pt x="210649" y="726388"/>
                    <a:pt x="232141" y="742177"/>
                    <a:pt x="255587" y="759940"/>
                  </a:cubicBezTo>
                  <a:cubicBezTo>
                    <a:pt x="221395" y="771782"/>
                    <a:pt x="188179" y="782637"/>
                    <a:pt x="153010" y="773756"/>
                  </a:cubicBezTo>
                  <a:cubicBezTo>
                    <a:pt x="132495" y="768822"/>
                    <a:pt x="111979" y="754019"/>
                    <a:pt x="103187" y="737243"/>
                  </a:cubicBezTo>
                  <a:cubicBezTo>
                    <a:pt x="114910" y="726881"/>
                    <a:pt x="127366" y="719974"/>
                    <a:pt x="140799" y="716767"/>
                  </a:cubicBezTo>
                  <a:close/>
                  <a:moveTo>
                    <a:pt x="261584" y="663326"/>
                  </a:moveTo>
                  <a:cubicBezTo>
                    <a:pt x="292970" y="660400"/>
                    <a:pt x="320433" y="671127"/>
                    <a:pt x="350838" y="681854"/>
                  </a:cubicBezTo>
                  <a:cubicBezTo>
                    <a:pt x="346915" y="684779"/>
                    <a:pt x="344953" y="685755"/>
                    <a:pt x="342011" y="687705"/>
                  </a:cubicBezTo>
                  <a:cubicBezTo>
                    <a:pt x="323375" y="701357"/>
                    <a:pt x="303759" y="713059"/>
                    <a:pt x="281200" y="719886"/>
                  </a:cubicBezTo>
                  <a:cubicBezTo>
                    <a:pt x="252757" y="728662"/>
                    <a:pt x="226275" y="724761"/>
                    <a:pt x="201754" y="707208"/>
                  </a:cubicBezTo>
                  <a:cubicBezTo>
                    <a:pt x="200773" y="706233"/>
                    <a:pt x="199793" y="705258"/>
                    <a:pt x="198812" y="704283"/>
                  </a:cubicBezTo>
                  <a:cubicBezTo>
                    <a:pt x="197831" y="704283"/>
                    <a:pt x="197831" y="703308"/>
                    <a:pt x="196850" y="702332"/>
                  </a:cubicBezTo>
                  <a:cubicBezTo>
                    <a:pt x="212543" y="679904"/>
                    <a:pt x="233140" y="665276"/>
                    <a:pt x="261584" y="663326"/>
                  </a:cubicBezTo>
                  <a:close/>
                  <a:moveTo>
                    <a:pt x="131763" y="633412"/>
                  </a:moveTo>
                  <a:cubicBezTo>
                    <a:pt x="128811" y="639343"/>
                    <a:pt x="126843" y="643297"/>
                    <a:pt x="125859" y="648239"/>
                  </a:cubicBezTo>
                  <a:cubicBezTo>
                    <a:pt x="117003" y="668008"/>
                    <a:pt x="107163" y="687777"/>
                    <a:pt x="92403" y="704580"/>
                  </a:cubicBezTo>
                  <a:cubicBezTo>
                    <a:pt x="71740" y="727314"/>
                    <a:pt x="46156" y="738187"/>
                    <a:pt x="15652" y="735222"/>
                  </a:cubicBezTo>
                  <a:cubicBezTo>
                    <a:pt x="14668" y="735222"/>
                    <a:pt x="13684" y="734233"/>
                    <a:pt x="12700" y="734233"/>
                  </a:cubicBezTo>
                  <a:cubicBezTo>
                    <a:pt x="13684" y="701615"/>
                    <a:pt x="27460" y="675915"/>
                    <a:pt x="55012" y="659112"/>
                  </a:cubicBezTo>
                  <a:cubicBezTo>
                    <a:pt x="78628" y="645273"/>
                    <a:pt x="104211" y="639343"/>
                    <a:pt x="131763" y="633412"/>
                  </a:cubicBezTo>
                  <a:close/>
                  <a:moveTo>
                    <a:pt x="385441" y="588085"/>
                  </a:moveTo>
                  <a:cubicBezTo>
                    <a:pt x="399590" y="589213"/>
                    <a:pt x="413861" y="591720"/>
                    <a:pt x="428625" y="594226"/>
                  </a:cubicBezTo>
                  <a:cubicBezTo>
                    <a:pt x="406972" y="617287"/>
                    <a:pt x="386302" y="637340"/>
                    <a:pt x="358743" y="649371"/>
                  </a:cubicBezTo>
                  <a:cubicBezTo>
                    <a:pt x="334137" y="660400"/>
                    <a:pt x="309530" y="659397"/>
                    <a:pt x="284924" y="647366"/>
                  </a:cubicBezTo>
                  <a:cubicBezTo>
                    <a:pt x="283940" y="647366"/>
                    <a:pt x="282956" y="646363"/>
                    <a:pt x="281971" y="646363"/>
                  </a:cubicBezTo>
                  <a:cubicBezTo>
                    <a:pt x="281971" y="645361"/>
                    <a:pt x="280987" y="645361"/>
                    <a:pt x="280987" y="644358"/>
                  </a:cubicBezTo>
                  <a:cubicBezTo>
                    <a:pt x="292798" y="616284"/>
                    <a:pt x="313467" y="597234"/>
                    <a:pt x="342995" y="590216"/>
                  </a:cubicBezTo>
                  <a:cubicBezTo>
                    <a:pt x="357267" y="587208"/>
                    <a:pt x="371292" y="586957"/>
                    <a:pt x="385441" y="588085"/>
                  </a:cubicBezTo>
                  <a:close/>
                  <a:moveTo>
                    <a:pt x="203220" y="555625"/>
                  </a:moveTo>
                  <a:cubicBezTo>
                    <a:pt x="204210" y="560546"/>
                    <a:pt x="204210" y="563499"/>
                    <a:pt x="205199" y="567436"/>
                  </a:cubicBezTo>
                  <a:cubicBezTo>
                    <a:pt x="209158" y="594010"/>
                    <a:pt x="211137" y="621569"/>
                    <a:pt x="203220" y="648144"/>
                  </a:cubicBezTo>
                  <a:cubicBezTo>
                    <a:pt x="195303" y="673735"/>
                    <a:pt x="178480" y="692435"/>
                    <a:pt x="152750" y="703262"/>
                  </a:cubicBezTo>
                  <a:cubicBezTo>
                    <a:pt x="137906" y="677672"/>
                    <a:pt x="134937" y="651097"/>
                    <a:pt x="146812" y="623538"/>
                  </a:cubicBezTo>
                  <a:cubicBezTo>
                    <a:pt x="157698" y="599916"/>
                    <a:pt x="174522" y="582200"/>
                    <a:pt x="193324" y="565467"/>
                  </a:cubicBezTo>
                  <a:cubicBezTo>
                    <a:pt x="196293" y="562515"/>
                    <a:pt x="199262" y="559562"/>
                    <a:pt x="203220" y="555625"/>
                  </a:cubicBezTo>
                  <a:close/>
                  <a:moveTo>
                    <a:pt x="484188" y="495300"/>
                  </a:moveTo>
                  <a:cubicBezTo>
                    <a:pt x="482233" y="498276"/>
                    <a:pt x="482233" y="500261"/>
                    <a:pt x="481255" y="501253"/>
                  </a:cubicBezTo>
                  <a:cubicBezTo>
                    <a:pt x="466588" y="524073"/>
                    <a:pt x="449965" y="546893"/>
                    <a:pt x="427475" y="562768"/>
                  </a:cubicBezTo>
                  <a:cubicBezTo>
                    <a:pt x="404985" y="578643"/>
                    <a:pt x="380540" y="582612"/>
                    <a:pt x="354139" y="575667"/>
                  </a:cubicBezTo>
                  <a:cubicBezTo>
                    <a:pt x="353161" y="574674"/>
                    <a:pt x="352184" y="574674"/>
                    <a:pt x="351206" y="574674"/>
                  </a:cubicBezTo>
                  <a:cubicBezTo>
                    <a:pt x="351206" y="574674"/>
                    <a:pt x="350228" y="573682"/>
                    <a:pt x="349250" y="573682"/>
                  </a:cubicBezTo>
                  <a:cubicBezTo>
                    <a:pt x="354139" y="551854"/>
                    <a:pt x="363917" y="533003"/>
                    <a:pt x="381518" y="520104"/>
                  </a:cubicBezTo>
                  <a:cubicBezTo>
                    <a:pt x="399119" y="506214"/>
                    <a:pt x="418675" y="501253"/>
                    <a:pt x="439209" y="499269"/>
                  </a:cubicBezTo>
                  <a:cubicBezTo>
                    <a:pt x="453876" y="497284"/>
                    <a:pt x="468543" y="496292"/>
                    <a:pt x="484188" y="495300"/>
                  </a:cubicBezTo>
                  <a:close/>
                  <a:moveTo>
                    <a:pt x="254336" y="493712"/>
                  </a:moveTo>
                  <a:cubicBezTo>
                    <a:pt x="269730" y="524354"/>
                    <a:pt x="284162" y="554007"/>
                    <a:pt x="283200" y="588602"/>
                  </a:cubicBezTo>
                  <a:cubicBezTo>
                    <a:pt x="283200" y="611336"/>
                    <a:pt x="271655" y="636048"/>
                    <a:pt x="253374" y="650874"/>
                  </a:cubicBezTo>
                  <a:cubicBezTo>
                    <a:pt x="231245" y="629128"/>
                    <a:pt x="220662" y="603429"/>
                    <a:pt x="224511" y="571799"/>
                  </a:cubicBezTo>
                  <a:cubicBezTo>
                    <a:pt x="228359" y="544122"/>
                    <a:pt x="240867" y="519411"/>
                    <a:pt x="254336" y="493712"/>
                  </a:cubicBezTo>
                  <a:close/>
                  <a:moveTo>
                    <a:pt x="299839" y="428625"/>
                  </a:moveTo>
                  <a:cubicBezTo>
                    <a:pt x="318691" y="451328"/>
                    <a:pt x="334566" y="473044"/>
                    <a:pt x="342503" y="499696"/>
                  </a:cubicBezTo>
                  <a:cubicBezTo>
                    <a:pt x="352425" y="528322"/>
                    <a:pt x="348456" y="554973"/>
                    <a:pt x="331589" y="579651"/>
                  </a:cubicBezTo>
                  <a:cubicBezTo>
                    <a:pt x="330597" y="580638"/>
                    <a:pt x="329605" y="581625"/>
                    <a:pt x="328612" y="582612"/>
                  </a:cubicBezTo>
                  <a:cubicBezTo>
                    <a:pt x="296862" y="562870"/>
                    <a:pt x="280987" y="535231"/>
                    <a:pt x="284956" y="498709"/>
                  </a:cubicBezTo>
                  <a:cubicBezTo>
                    <a:pt x="285948" y="483902"/>
                    <a:pt x="288925" y="469096"/>
                    <a:pt x="291901" y="454289"/>
                  </a:cubicBezTo>
                  <a:cubicBezTo>
                    <a:pt x="293886" y="446393"/>
                    <a:pt x="296862" y="438496"/>
                    <a:pt x="299839" y="428625"/>
                  </a:cubicBezTo>
                  <a:close/>
                  <a:moveTo>
                    <a:pt x="500675" y="398462"/>
                  </a:moveTo>
                  <a:cubicBezTo>
                    <a:pt x="500675" y="398462"/>
                    <a:pt x="501650" y="399456"/>
                    <a:pt x="501650" y="400450"/>
                  </a:cubicBezTo>
                  <a:cubicBezTo>
                    <a:pt x="487025" y="431270"/>
                    <a:pt x="471425" y="461096"/>
                    <a:pt x="442175" y="480980"/>
                  </a:cubicBezTo>
                  <a:cubicBezTo>
                    <a:pt x="422675" y="493904"/>
                    <a:pt x="401225" y="496887"/>
                    <a:pt x="377825" y="491916"/>
                  </a:cubicBezTo>
                  <a:cubicBezTo>
                    <a:pt x="379775" y="472032"/>
                    <a:pt x="386600" y="454137"/>
                    <a:pt x="399275" y="439224"/>
                  </a:cubicBezTo>
                  <a:cubicBezTo>
                    <a:pt x="416825" y="419340"/>
                    <a:pt x="440225" y="410392"/>
                    <a:pt x="463625" y="405421"/>
                  </a:cubicBezTo>
                  <a:cubicBezTo>
                    <a:pt x="476300" y="402439"/>
                    <a:pt x="488000" y="400450"/>
                    <a:pt x="500675" y="398462"/>
                  </a:cubicBezTo>
                  <a:close/>
                  <a:moveTo>
                    <a:pt x="322112" y="323850"/>
                  </a:moveTo>
                  <a:cubicBezTo>
                    <a:pt x="339489" y="340471"/>
                    <a:pt x="354935" y="358070"/>
                    <a:pt x="366519" y="378603"/>
                  </a:cubicBezTo>
                  <a:cubicBezTo>
                    <a:pt x="375208" y="394246"/>
                    <a:pt x="381000" y="411845"/>
                    <a:pt x="380035" y="430422"/>
                  </a:cubicBezTo>
                  <a:cubicBezTo>
                    <a:pt x="379069" y="445088"/>
                    <a:pt x="375208" y="458776"/>
                    <a:pt x="367485" y="471487"/>
                  </a:cubicBezTo>
                  <a:cubicBezTo>
                    <a:pt x="344316" y="460732"/>
                    <a:pt x="326939" y="444110"/>
                    <a:pt x="319216" y="419667"/>
                  </a:cubicBezTo>
                  <a:cubicBezTo>
                    <a:pt x="309562" y="387402"/>
                    <a:pt x="316320" y="356115"/>
                    <a:pt x="322112" y="323850"/>
                  </a:cubicBezTo>
                  <a:close/>
                  <a:moveTo>
                    <a:pt x="488950" y="274637"/>
                  </a:moveTo>
                  <a:cubicBezTo>
                    <a:pt x="486996" y="307974"/>
                    <a:pt x="484066" y="339351"/>
                    <a:pt x="467458" y="367786"/>
                  </a:cubicBezTo>
                  <a:cubicBezTo>
                    <a:pt x="454758" y="388377"/>
                    <a:pt x="437173" y="401123"/>
                    <a:pt x="413727" y="407987"/>
                  </a:cubicBezTo>
                  <a:cubicBezTo>
                    <a:pt x="411773" y="407987"/>
                    <a:pt x="410796" y="407987"/>
                    <a:pt x="408842" y="407987"/>
                  </a:cubicBezTo>
                  <a:cubicBezTo>
                    <a:pt x="400050" y="381513"/>
                    <a:pt x="402004" y="355039"/>
                    <a:pt x="418612" y="332487"/>
                  </a:cubicBezTo>
                  <a:cubicBezTo>
                    <a:pt x="427404" y="320721"/>
                    <a:pt x="439127" y="309935"/>
                    <a:pt x="450850" y="300130"/>
                  </a:cubicBezTo>
                  <a:cubicBezTo>
                    <a:pt x="461596" y="291306"/>
                    <a:pt x="474296" y="284442"/>
                    <a:pt x="488950" y="274637"/>
                  </a:cubicBezTo>
                  <a:close/>
                  <a:moveTo>
                    <a:pt x="317500" y="222250"/>
                  </a:moveTo>
                  <a:cubicBezTo>
                    <a:pt x="318481" y="222250"/>
                    <a:pt x="319462" y="222250"/>
                    <a:pt x="319462" y="222250"/>
                  </a:cubicBezTo>
                  <a:cubicBezTo>
                    <a:pt x="343007" y="237133"/>
                    <a:pt x="364590" y="253008"/>
                    <a:pt x="381268" y="274836"/>
                  </a:cubicBezTo>
                  <a:cubicBezTo>
                    <a:pt x="399908" y="299640"/>
                    <a:pt x="404813" y="327421"/>
                    <a:pt x="395003" y="357187"/>
                  </a:cubicBezTo>
                  <a:cubicBezTo>
                    <a:pt x="361647" y="350242"/>
                    <a:pt x="339083" y="331390"/>
                    <a:pt x="328292" y="299640"/>
                  </a:cubicBezTo>
                  <a:cubicBezTo>
                    <a:pt x="323386" y="282773"/>
                    <a:pt x="321424" y="265906"/>
                    <a:pt x="318481" y="248047"/>
                  </a:cubicBezTo>
                  <a:cubicBezTo>
                    <a:pt x="317500" y="240109"/>
                    <a:pt x="317500" y="231180"/>
                    <a:pt x="317500" y="222250"/>
                  </a:cubicBezTo>
                  <a:close/>
                  <a:moveTo>
                    <a:pt x="440475" y="147637"/>
                  </a:moveTo>
                  <a:cubicBezTo>
                    <a:pt x="441459" y="149603"/>
                    <a:pt x="442443" y="150587"/>
                    <a:pt x="443427" y="151570"/>
                  </a:cubicBezTo>
                  <a:cubicBezTo>
                    <a:pt x="451297" y="178117"/>
                    <a:pt x="457200" y="203681"/>
                    <a:pt x="455233" y="231211"/>
                  </a:cubicBezTo>
                  <a:cubicBezTo>
                    <a:pt x="452281" y="261691"/>
                    <a:pt x="438508" y="283322"/>
                    <a:pt x="412929" y="300037"/>
                  </a:cubicBezTo>
                  <a:cubicBezTo>
                    <a:pt x="394237" y="276439"/>
                    <a:pt x="387350" y="249892"/>
                    <a:pt x="396204" y="221379"/>
                  </a:cubicBezTo>
                  <a:cubicBezTo>
                    <a:pt x="404075" y="192865"/>
                    <a:pt x="422767" y="170251"/>
                    <a:pt x="440475" y="147637"/>
                  </a:cubicBezTo>
                  <a:close/>
                  <a:moveTo>
                    <a:pt x="257554" y="114300"/>
                  </a:moveTo>
                  <a:cubicBezTo>
                    <a:pt x="285089" y="123151"/>
                    <a:pt x="312625" y="132001"/>
                    <a:pt x="335243" y="150686"/>
                  </a:cubicBezTo>
                  <a:cubicBezTo>
                    <a:pt x="355895" y="168387"/>
                    <a:pt x="366712" y="191006"/>
                    <a:pt x="366712" y="218541"/>
                  </a:cubicBezTo>
                  <a:cubicBezTo>
                    <a:pt x="366712" y="220508"/>
                    <a:pt x="366712" y="221491"/>
                    <a:pt x="366712" y="223458"/>
                  </a:cubicBezTo>
                  <a:cubicBezTo>
                    <a:pt x="342127" y="225425"/>
                    <a:pt x="320492" y="219524"/>
                    <a:pt x="301807" y="202807"/>
                  </a:cubicBezTo>
                  <a:cubicBezTo>
                    <a:pt x="290006" y="191989"/>
                    <a:pt x="280172" y="178221"/>
                    <a:pt x="274272" y="163470"/>
                  </a:cubicBezTo>
                  <a:cubicBezTo>
                    <a:pt x="267388" y="147736"/>
                    <a:pt x="262471" y="132001"/>
                    <a:pt x="255587" y="115283"/>
                  </a:cubicBezTo>
                  <a:cubicBezTo>
                    <a:pt x="256571" y="115283"/>
                    <a:pt x="257554" y="115283"/>
                    <a:pt x="257554" y="114300"/>
                  </a:cubicBezTo>
                  <a:close/>
                  <a:moveTo>
                    <a:pt x="378924" y="26987"/>
                  </a:moveTo>
                  <a:cubicBezTo>
                    <a:pt x="393578" y="55652"/>
                    <a:pt x="407254" y="82340"/>
                    <a:pt x="409208" y="112981"/>
                  </a:cubicBezTo>
                  <a:cubicBezTo>
                    <a:pt x="411162" y="141646"/>
                    <a:pt x="401393" y="164380"/>
                    <a:pt x="381854" y="184149"/>
                  </a:cubicBezTo>
                  <a:cubicBezTo>
                    <a:pt x="359385" y="164380"/>
                    <a:pt x="347662" y="141646"/>
                    <a:pt x="349616" y="111993"/>
                  </a:cubicBezTo>
                  <a:cubicBezTo>
                    <a:pt x="351570" y="81351"/>
                    <a:pt x="364270" y="54663"/>
                    <a:pt x="378924" y="26987"/>
                  </a:cubicBezTo>
                  <a:close/>
                  <a:moveTo>
                    <a:pt x="238125" y="0"/>
                  </a:moveTo>
                  <a:cubicBezTo>
                    <a:pt x="251852" y="6900"/>
                    <a:pt x="263619" y="12815"/>
                    <a:pt x="275385" y="18730"/>
                  </a:cubicBezTo>
                  <a:cubicBezTo>
                    <a:pt x="296956" y="30559"/>
                    <a:pt x="315586" y="45346"/>
                    <a:pt x="327352" y="66047"/>
                  </a:cubicBezTo>
                  <a:cubicBezTo>
                    <a:pt x="336177" y="81820"/>
                    <a:pt x="338138" y="99564"/>
                    <a:pt x="337158" y="117308"/>
                  </a:cubicBezTo>
                  <a:cubicBezTo>
                    <a:pt x="337158" y="119280"/>
                    <a:pt x="336177" y="120265"/>
                    <a:pt x="336177" y="122237"/>
                  </a:cubicBezTo>
                  <a:cubicBezTo>
                    <a:pt x="304800" y="120265"/>
                    <a:pt x="280287" y="107450"/>
                    <a:pt x="264599" y="81820"/>
                  </a:cubicBezTo>
                  <a:cubicBezTo>
                    <a:pt x="248911" y="57175"/>
                    <a:pt x="243028" y="29573"/>
                    <a:pt x="2381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84" name="www.koppt.cn">
              <a:extLst>
                <a:ext uri="{FF2B5EF4-FFF2-40B4-BE49-F238E27FC236}">
                  <a16:creationId xmlns:a16="http://schemas.microsoft.com/office/drawing/2014/main" id="{F5D527D3-70C1-44ED-8C3D-442E15C86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5736" y="1975682"/>
              <a:ext cx="504825" cy="813984"/>
            </a:xfrm>
            <a:custGeom>
              <a:avLst/>
              <a:gdLst>
                <a:gd name="connsiteX0" fmla="*/ 460580 w 504825"/>
                <a:gd name="connsiteY0" fmla="*/ 749708 h 813984"/>
                <a:gd name="connsiteX1" fmla="*/ 504825 w 504825"/>
                <a:gd name="connsiteY1" fmla="*/ 766671 h 813984"/>
                <a:gd name="connsiteX2" fmla="*/ 445832 w 504825"/>
                <a:gd name="connsiteY2" fmla="*/ 811575 h 813984"/>
                <a:gd name="connsiteX3" fmla="*/ 352425 w 504825"/>
                <a:gd name="connsiteY3" fmla="*/ 802594 h 813984"/>
                <a:gd name="connsiteX4" fmla="*/ 405519 w 504825"/>
                <a:gd name="connsiteY4" fmla="*/ 762680 h 813984"/>
                <a:gd name="connsiteX5" fmla="*/ 460580 w 504825"/>
                <a:gd name="connsiteY5" fmla="*/ 749708 h 813984"/>
                <a:gd name="connsiteX6" fmla="*/ 364735 w 504825"/>
                <a:gd name="connsiteY6" fmla="*/ 715339 h 813984"/>
                <a:gd name="connsiteX7" fmla="*/ 401638 w 504825"/>
                <a:gd name="connsiteY7" fmla="*/ 735330 h 813984"/>
                <a:gd name="connsiteX8" fmla="*/ 319249 w 504825"/>
                <a:gd name="connsiteY8" fmla="*/ 774337 h 813984"/>
                <a:gd name="connsiteX9" fmla="*/ 247650 w 504825"/>
                <a:gd name="connsiteY9" fmla="*/ 757759 h 813984"/>
                <a:gd name="connsiteX10" fmla="*/ 257458 w 504825"/>
                <a:gd name="connsiteY10" fmla="*/ 749957 h 813984"/>
                <a:gd name="connsiteX11" fmla="*/ 324153 w 504825"/>
                <a:gd name="connsiteY11" fmla="*/ 715826 h 813984"/>
                <a:gd name="connsiteX12" fmla="*/ 364735 w 504825"/>
                <a:gd name="connsiteY12" fmla="*/ 715339 h 813984"/>
                <a:gd name="connsiteX13" fmla="*/ 248149 w 504825"/>
                <a:gd name="connsiteY13" fmla="*/ 660513 h 813984"/>
                <a:gd name="connsiteX14" fmla="*/ 306388 w 504825"/>
                <a:gd name="connsiteY14" fmla="*/ 700495 h 813984"/>
                <a:gd name="connsiteX15" fmla="*/ 261968 w 504825"/>
                <a:gd name="connsiteY15" fmla="*/ 720973 h 813984"/>
                <a:gd name="connsiteX16" fmla="*/ 202742 w 504825"/>
                <a:gd name="connsiteY16" fmla="*/ 709271 h 813984"/>
                <a:gd name="connsiteX17" fmla="*/ 152400 w 504825"/>
                <a:gd name="connsiteY17" fmla="*/ 680991 h 813984"/>
                <a:gd name="connsiteX18" fmla="*/ 153387 w 504825"/>
                <a:gd name="connsiteY18" fmla="*/ 679041 h 813984"/>
                <a:gd name="connsiteX19" fmla="*/ 248149 w 504825"/>
                <a:gd name="connsiteY19" fmla="*/ 660513 h 813984"/>
                <a:gd name="connsiteX20" fmla="*/ 371475 w 504825"/>
                <a:gd name="connsiteY20" fmla="*/ 631825 h 813984"/>
                <a:gd name="connsiteX21" fmla="*/ 396849 w 504825"/>
                <a:gd name="connsiteY21" fmla="*/ 637756 h 813984"/>
                <a:gd name="connsiteX22" fmla="*/ 457357 w 504825"/>
                <a:gd name="connsiteY22" fmla="*/ 664444 h 813984"/>
                <a:gd name="connsiteX23" fmla="*/ 489562 w 504825"/>
                <a:gd name="connsiteY23" fmla="*/ 732646 h 813984"/>
                <a:gd name="connsiteX24" fmla="*/ 425151 w 504825"/>
                <a:gd name="connsiteY24" fmla="*/ 715843 h 813984"/>
                <a:gd name="connsiteX25" fmla="*/ 371475 w 504825"/>
                <a:gd name="connsiteY25" fmla="*/ 631825 h 813984"/>
                <a:gd name="connsiteX26" fmla="*/ 121911 w 504825"/>
                <a:gd name="connsiteY26" fmla="*/ 585849 h 813984"/>
                <a:gd name="connsiteX27" fmla="*/ 168475 w 504825"/>
                <a:gd name="connsiteY27" fmla="*/ 590921 h 813984"/>
                <a:gd name="connsiteX28" fmla="*/ 222251 w 504825"/>
                <a:gd name="connsiteY28" fmla="*/ 642381 h 813984"/>
                <a:gd name="connsiteX29" fmla="*/ 191941 w 504825"/>
                <a:gd name="connsiteY29" fmla="*/ 653266 h 813984"/>
                <a:gd name="connsiteX30" fmla="*/ 131322 w 504825"/>
                <a:gd name="connsiteY30" fmla="*/ 640401 h 813984"/>
                <a:gd name="connsiteX31" fmla="*/ 74613 w 504825"/>
                <a:gd name="connsiteY31" fmla="*/ 591911 h 813984"/>
                <a:gd name="connsiteX32" fmla="*/ 121911 w 504825"/>
                <a:gd name="connsiteY32" fmla="*/ 585849 h 813984"/>
                <a:gd name="connsiteX33" fmla="*/ 299889 w 504825"/>
                <a:gd name="connsiteY33" fmla="*/ 554037 h 813984"/>
                <a:gd name="connsiteX34" fmla="*/ 362204 w 504825"/>
                <a:gd name="connsiteY34" fmla="*/ 644588 h 813984"/>
                <a:gd name="connsiteX35" fmla="*/ 349546 w 504825"/>
                <a:gd name="connsiteY35" fmla="*/ 701674 h 813984"/>
                <a:gd name="connsiteX36" fmla="*/ 298916 w 504825"/>
                <a:gd name="connsiteY36" fmla="*/ 640651 h 813984"/>
                <a:gd name="connsiteX37" fmla="*/ 299889 w 504825"/>
                <a:gd name="connsiteY37" fmla="*/ 554037 h 813984"/>
                <a:gd name="connsiteX38" fmla="*/ 19050 w 504825"/>
                <a:gd name="connsiteY38" fmla="*/ 493712 h 813984"/>
                <a:gd name="connsiteX39" fmla="*/ 53273 w 504825"/>
                <a:gd name="connsiteY39" fmla="*/ 495683 h 813984"/>
                <a:gd name="connsiteX40" fmla="*/ 96297 w 504825"/>
                <a:gd name="connsiteY40" fmla="*/ 504551 h 813984"/>
                <a:gd name="connsiteX41" fmla="*/ 153988 w 504825"/>
                <a:gd name="connsiteY41" fmla="*/ 570569 h 813984"/>
                <a:gd name="connsiteX42" fmla="*/ 80652 w 504825"/>
                <a:gd name="connsiteY42" fmla="*/ 562686 h 813984"/>
                <a:gd name="connsiteX43" fmla="*/ 19050 w 504825"/>
                <a:gd name="connsiteY43" fmla="*/ 493712 h 813984"/>
                <a:gd name="connsiteX44" fmla="*/ 249333 w 504825"/>
                <a:gd name="connsiteY44" fmla="*/ 492125 h 813984"/>
                <a:gd name="connsiteX45" fmla="*/ 280182 w 504825"/>
                <a:gd name="connsiteY45" fmla="*/ 573177 h 813984"/>
                <a:gd name="connsiteX46" fmla="*/ 250328 w 504825"/>
                <a:gd name="connsiteY46" fmla="*/ 649287 h 813984"/>
                <a:gd name="connsiteX47" fmla="*/ 220473 w 504825"/>
                <a:gd name="connsiteY47" fmla="*/ 595911 h 813984"/>
                <a:gd name="connsiteX48" fmla="*/ 233410 w 504825"/>
                <a:gd name="connsiteY48" fmla="*/ 525732 h 813984"/>
                <a:gd name="connsiteX49" fmla="*/ 249333 w 504825"/>
                <a:gd name="connsiteY49" fmla="*/ 492125 h 813984"/>
                <a:gd name="connsiteX50" fmla="*/ 203454 w 504825"/>
                <a:gd name="connsiteY50" fmla="*/ 427037 h 813984"/>
                <a:gd name="connsiteX51" fmla="*/ 218294 w 504825"/>
                <a:gd name="connsiteY51" fmla="*/ 513561 h 813984"/>
                <a:gd name="connsiteX52" fmla="*/ 174764 w 504825"/>
                <a:gd name="connsiteY52" fmla="*/ 579437 h 813984"/>
                <a:gd name="connsiteX53" fmla="*/ 159924 w 504825"/>
                <a:gd name="connsiteY53" fmla="*/ 552890 h 813984"/>
                <a:gd name="connsiteX54" fmla="*/ 160913 w 504825"/>
                <a:gd name="connsiteY54" fmla="*/ 497829 h 813984"/>
                <a:gd name="connsiteX55" fmla="*/ 203454 w 504825"/>
                <a:gd name="connsiteY55" fmla="*/ 427037 h 813984"/>
                <a:gd name="connsiteX56" fmla="*/ 1959 w 504825"/>
                <a:gd name="connsiteY56" fmla="*/ 396875 h 813984"/>
                <a:gd name="connsiteX57" fmla="*/ 95039 w 504825"/>
                <a:gd name="connsiteY57" fmla="*/ 428176 h 813984"/>
                <a:gd name="connsiteX58" fmla="*/ 125413 w 504825"/>
                <a:gd name="connsiteY58" fmla="*/ 488821 h 813984"/>
                <a:gd name="connsiteX59" fmla="*/ 61727 w 504825"/>
                <a:gd name="connsiteY59" fmla="*/ 478061 h 813984"/>
                <a:gd name="connsiteX60" fmla="*/ 23515 w 504825"/>
                <a:gd name="connsiteY60" fmla="*/ 438935 h 813984"/>
                <a:gd name="connsiteX61" fmla="*/ 0 w 504825"/>
                <a:gd name="connsiteY61" fmla="*/ 398831 h 813984"/>
                <a:gd name="connsiteX62" fmla="*/ 1959 w 504825"/>
                <a:gd name="connsiteY62" fmla="*/ 396875 h 813984"/>
                <a:gd name="connsiteX63" fmla="*/ 180715 w 504825"/>
                <a:gd name="connsiteY63" fmla="*/ 320675 h 813984"/>
                <a:gd name="connsiteX64" fmla="*/ 186586 w 504825"/>
                <a:gd name="connsiteY64" fmla="*/ 354054 h 813984"/>
                <a:gd name="connsiteX65" fmla="*/ 184629 w 504825"/>
                <a:gd name="connsiteY65" fmla="*/ 414922 h 813984"/>
                <a:gd name="connsiteX66" fmla="*/ 135699 w 504825"/>
                <a:gd name="connsiteY66" fmla="*/ 469900 h 813984"/>
                <a:gd name="connsiteX67" fmla="*/ 124934 w 504825"/>
                <a:gd name="connsiteY67" fmla="*/ 402160 h 813984"/>
                <a:gd name="connsiteX68" fmla="*/ 180715 w 504825"/>
                <a:gd name="connsiteY68" fmla="*/ 320675 h 813984"/>
                <a:gd name="connsiteX69" fmla="*/ 14288 w 504825"/>
                <a:gd name="connsiteY69" fmla="*/ 273050 h 813984"/>
                <a:gd name="connsiteX70" fmla="*/ 27074 w 504825"/>
                <a:gd name="connsiteY70" fmla="*/ 280894 h 813984"/>
                <a:gd name="connsiteX71" fmla="*/ 75269 w 504825"/>
                <a:gd name="connsiteY71" fmla="*/ 317173 h 813984"/>
                <a:gd name="connsiteX72" fmla="*/ 96907 w 504825"/>
                <a:gd name="connsiteY72" fmla="*/ 401497 h 813984"/>
                <a:gd name="connsiteX73" fmla="*/ 95924 w 504825"/>
                <a:gd name="connsiteY73" fmla="*/ 406400 h 813984"/>
                <a:gd name="connsiteX74" fmla="*/ 35926 w 504825"/>
                <a:gd name="connsiteY74" fmla="*/ 364238 h 813984"/>
                <a:gd name="connsiteX75" fmla="*/ 17239 w 504825"/>
                <a:gd name="connsiteY75" fmla="*/ 298543 h 813984"/>
                <a:gd name="connsiteX76" fmla="*/ 14288 w 504825"/>
                <a:gd name="connsiteY76" fmla="*/ 273050 h 813984"/>
                <a:gd name="connsiteX77" fmla="*/ 185738 w 504825"/>
                <a:gd name="connsiteY77" fmla="*/ 219075 h 813984"/>
                <a:gd name="connsiteX78" fmla="*/ 168128 w 504825"/>
                <a:gd name="connsiteY78" fmla="*/ 311966 h 813984"/>
                <a:gd name="connsiteX79" fmla="*/ 108448 w 504825"/>
                <a:gd name="connsiteY79" fmla="*/ 354012 h 813984"/>
                <a:gd name="connsiteX80" fmla="*/ 112362 w 504825"/>
                <a:gd name="connsiteY80" fmla="*/ 288499 h 813984"/>
                <a:gd name="connsiteX81" fmla="*/ 165193 w 504825"/>
                <a:gd name="connsiteY81" fmla="*/ 233742 h 813984"/>
                <a:gd name="connsiteX82" fmla="*/ 185738 w 504825"/>
                <a:gd name="connsiteY82" fmla="*/ 219075 h 813984"/>
                <a:gd name="connsiteX83" fmla="*/ 62253 w 504825"/>
                <a:gd name="connsiteY83" fmla="*/ 144462 h 813984"/>
                <a:gd name="connsiteX84" fmla="*/ 69079 w 504825"/>
                <a:gd name="connsiteY84" fmla="*/ 152277 h 813984"/>
                <a:gd name="connsiteX85" fmla="*/ 106136 w 504825"/>
                <a:gd name="connsiteY85" fmla="*/ 214800 h 813984"/>
                <a:gd name="connsiteX86" fmla="*/ 90533 w 504825"/>
                <a:gd name="connsiteY86" fmla="*/ 296862 h 813984"/>
                <a:gd name="connsiteX87" fmla="*/ 48600 w 504825"/>
                <a:gd name="connsiteY87" fmla="*/ 225546 h 813984"/>
                <a:gd name="connsiteX88" fmla="*/ 62253 w 504825"/>
                <a:gd name="connsiteY88" fmla="*/ 144462 h 813984"/>
                <a:gd name="connsiteX89" fmla="*/ 247651 w 504825"/>
                <a:gd name="connsiteY89" fmla="*/ 111125 h 813984"/>
                <a:gd name="connsiteX90" fmla="*/ 201181 w 504825"/>
                <a:gd name="connsiteY90" fmla="*/ 200615 h 813984"/>
                <a:gd name="connsiteX91" fmla="*/ 135927 w 504825"/>
                <a:gd name="connsiteY91" fmla="*/ 220283 h 813984"/>
                <a:gd name="connsiteX92" fmla="*/ 141859 w 504825"/>
                <a:gd name="connsiteY92" fmla="*/ 183897 h 813984"/>
                <a:gd name="connsiteX93" fmla="*/ 173498 w 504825"/>
                <a:gd name="connsiteY93" fmla="*/ 143577 h 813984"/>
                <a:gd name="connsiteX94" fmla="*/ 247651 w 504825"/>
                <a:gd name="connsiteY94" fmla="*/ 111125 h 813984"/>
                <a:gd name="connsiteX95" fmla="*/ 124313 w 504825"/>
                <a:gd name="connsiteY95" fmla="*/ 25400 h 813984"/>
                <a:gd name="connsiteX96" fmla="*/ 153621 w 504825"/>
                <a:gd name="connsiteY96" fmla="*/ 119332 h 813984"/>
                <a:gd name="connsiteX97" fmla="*/ 122359 w 504825"/>
                <a:gd name="connsiteY97" fmla="*/ 180975 h 813984"/>
                <a:gd name="connsiteX98" fmla="*/ 94029 w 504825"/>
                <a:gd name="connsiteY98" fmla="*/ 124224 h 813984"/>
                <a:gd name="connsiteX99" fmla="*/ 113567 w 504825"/>
                <a:gd name="connsiteY99" fmla="*/ 45948 h 813984"/>
                <a:gd name="connsiteX100" fmla="*/ 124313 w 504825"/>
                <a:gd name="connsiteY100" fmla="*/ 25400 h 813984"/>
                <a:gd name="connsiteX101" fmla="*/ 265113 w 504825"/>
                <a:gd name="connsiteY101" fmla="*/ 0 h 813984"/>
                <a:gd name="connsiteX102" fmla="*/ 221711 w 504825"/>
                <a:gd name="connsiteY102" fmla="*/ 101032 h 813984"/>
                <a:gd name="connsiteX103" fmla="*/ 166472 w 504825"/>
                <a:gd name="connsiteY103" fmla="*/ 120650 h 813984"/>
                <a:gd name="connsiteX104" fmla="*/ 175350 w 504825"/>
                <a:gd name="connsiteY104" fmla="*/ 64739 h 813984"/>
                <a:gd name="connsiteX105" fmla="*/ 204942 w 504825"/>
                <a:gd name="connsiteY105" fmla="*/ 32369 h 813984"/>
                <a:gd name="connsiteX106" fmla="*/ 265113 w 504825"/>
                <a:gd name="connsiteY106" fmla="*/ 0 h 81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504825" h="813984">
                  <a:moveTo>
                    <a:pt x="460580" y="749708"/>
                  </a:moveTo>
                  <a:cubicBezTo>
                    <a:pt x="476312" y="750706"/>
                    <a:pt x="491060" y="757691"/>
                    <a:pt x="504825" y="766671"/>
                  </a:cubicBezTo>
                  <a:cubicBezTo>
                    <a:pt x="491060" y="790620"/>
                    <a:pt x="472379" y="806586"/>
                    <a:pt x="445832" y="811575"/>
                  </a:cubicBezTo>
                  <a:cubicBezTo>
                    <a:pt x="414368" y="817562"/>
                    <a:pt x="383888" y="811575"/>
                    <a:pt x="352425" y="802594"/>
                  </a:cubicBezTo>
                  <a:cubicBezTo>
                    <a:pt x="370123" y="787626"/>
                    <a:pt x="386838" y="772659"/>
                    <a:pt x="405519" y="762680"/>
                  </a:cubicBezTo>
                  <a:cubicBezTo>
                    <a:pt x="422234" y="752701"/>
                    <a:pt x="440915" y="747712"/>
                    <a:pt x="460580" y="749708"/>
                  </a:cubicBezTo>
                  <a:close/>
                  <a:moveTo>
                    <a:pt x="364735" y="715339"/>
                  </a:moveTo>
                  <a:cubicBezTo>
                    <a:pt x="377608" y="718752"/>
                    <a:pt x="389868" y="725578"/>
                    <a:pt x="401638" y="735330"/>
                  </a:cubicBezTo>
                  <a:cubicBezTo>
                    <a:pt x="381041" y="764585"/>
                    <a:pt x="353578" y="776287"/>
                    <a:pt x="319249" y="774337"/>
                  </a:cubicBezTo>
                  <a:cubicBezTo>
                    <a:pt x="294729" y="773362"/>
                    <a:pt x="272170" y="766535"/>
                    <a:pt x="247650" y="757759"/>
                  </a:cubicBezTo>
                  <a:cubicBezTo>
                    <a:pt x="251573" y="754833"/>
                    <a:pt x="254516" y="751908"/>
                    <a:pt x="257458" y="749957"/>
                  </a:cubicBezTo>
                  <a:cubicBezTo>
                    <a:pt x="278055" y="735330"/>
                    <a:pt x="298652" y="721677"/>
                    <a:pt x="324153" y="715826"/>
                  </a:cubicBezTo>
                  <a:cubicBezTo>
                    <a:pt x="338375" y="711925"/>
                    <a:pt x="351861" y="711925"/>
                    <a:pt x="364735" y="715339"/>
                  </a:cubicBezTo>
                  <a:close/>
                  <a:moveTo>
                    <a:pt x="248149" y="660513"/>
                  </a:moveTo>
                  <a:cubicBezTo>
                    <a:pt x="270852" y="664413"/>
                    <a:pt x="292568" y="679041"/>
                    <a:pt x="306388" y="700495"/>
                  </a:cubicBezTo>
                  <a:cubicBezTo>
                    <a:pt x="293556" y="711222"/>
                    <a:pt x="278749" y="718048"/>
                    <a:pt x="261968" y="720973"/>
                  </a:cubicBezTo>
                  <a:cubicBezTo>
                    <a:pt x="241239" y="723899"/>
                    <a:pt x="221497" y="719023"/>
                    <a:pt x="202742" y="709271"/>
                  </a:cubicBezTo>
                  <a:cubicBezTo>
                    <a:pt x="185961" y="701470"/>
                    <a:pt x="169181" y="690743"/>
                    <a:pt x="152400" y="680991"/>
                  </a:cubicBezTo>
                  <a:cubicBezTo>
                    <a:pt x="152400" y="680016"/>
                    <a:pt x="152400" y="679041"/>
                    <a:pt x="153387" y="679041"/>
                  </a:cubicBezTo>
                  <a:cubicBezTo>
                    <a:pt x="183987" y="667339"/>
                    <a:pt x="214587" y="655637"/>
                    <a:pt x="248149" y="660513"/>
                  </a:cubicBezTo>
                  <a:close/>
                  <a:moveTo>
                    <a:pt x="371475" y="631825"/>
                  </a:moveTo>
                  <a:cubicBezTo>
                    <a:pt x="381234" y="633802"/>
                    <a:pt x="389042" y="635779"/>
                    <a:pt x="396849" y="637756"/>
                  </a:cubicBezTo>
                  <a:cubicBezTo>
                    <a:pt x="418320" y="642698"/>
                    <a:pt x="439790" y="650605"/>
                    <a:pt x="457357" y="664444"/>
                  </a:cubicBezTo>
                  <a:cubicBezTo>
                    <a:pt x="477851" y="680259"/>
                    <a:pt x="490538" y="705958"/>
                    <a:pt x="489562" y="732646"/>
                  </a:cubicBezTo>
                  <a:cubicBezTo>
                    <a:pt x="466140" y="736600"/>
                    <a:pt x="443694" y="731658"/>
                    <a:pt x="425151" y="715843"/>
                  </a:cubicBezTo>
                  <a:cubicBezTo>
                    <a:pt x="398801" y="695085"/>
                    <a:pt x="385138" y="664444"/>
                    <a:pt x="371475" y="631825"/>
                  </a:cubicBezTo>
                  <a:close/>
                  <a:moveTo>
                    <a:pt x="121911" y="585849"/>
                  </a:moveTo>
                  <a:cubicBezTo>
                    <a:pt x="137432" y="584983"/>
                    <a:pt x="152832" y="585973"/>
                    <a:pt x="168475" y="590921"/>
                  </a:cubicBezTo>
                  <a:cubicBezTo>
                    <a:pt x="193897" y="598838"/>
                    <a:pt x="210518" y="616651"/>
                    <a:pt x="222251" y="642381"/>
                  </a:cubicBezTo>
                  <a:cubicBezTo>
                    <a:pt x="212474" y="648318"/>
                    <a:pt x="202696" y="651287"/>
                    <a:pt x="191941" y="653266"/>
                  </a:cubicBezTo>
                  <a:cubicBezTo>
                    <a:pt x="169453" y="657225"/>
                    <a:pt x="149898" y="651287"/>
                    <a:pt x="131322" y="640401"/>
                  </a:cubicBezTo>
                  <a:cubicBezTo>
                    <a:pt x="109811" y="627537"/>
                    <a:pt x="92212" y="610713"/>
                    <a:pt x="74613" y="591911"/>
                  </a:cubicBezTo>
                  <a:cubicBezTo>
                    <a:pt x="90746" y="589437"/>
                    <a:pt x="106389" y="586715"/>
                    <a:pt x="121911" y="585849"/>
                  </a:cubicBezTo>
                  <a:close/>
                  <a:moveTo>
                    <a:pt x="299889" y="554037"/>
                  </a:moveTo>
                  <a:cubicBezTo>
                    <a:pt x="327152" y="580612"/>
                    <a:pt x="355388" y="605218"/>
                    <a:pt x="362204" y="644588"/>
                  </a:cubicBezTo>
                  <a:cubicBezTo>
                    <a:pt x="365125" y="664272"/>
                    <a:pt x="360257" y="683957"/>
                    <a:pt x="349546" y="701674"/>
                  </a:cubicBezTo>
                  <a:cubicBezTo>
                    <a:pt x="323257" y="689863"/>
                    <a:pt x="305731" y="669194"/>
                    <a:pt x="298916" y="640651"/>
                  </a:cubicBezTo>
                  <a:cubicBezTo>
                    <a:pt x="292100" y="613092"/>
                    <a:pt x="295021" y="584549"/>
                    <a:pt x="299889" y="554037"/>
                  </a:cubicBezTo>
                  <a:close/>
                  <a:moveTo>
                    <a:pt x="19050" y="493712"/>
                  </a:moveTo>
                  <a:cubicBezTo>
                    <a:pt x="31761" y="493712"/>
                    <a:pt x="42517" y="493712"/>
                    <a:pt x="53273" y="495683"/>
                  </a:cubicBezTo>
                  <a:cubicBezTo>
                    <a:pt x="67940" y="497653"/>
                    <a:pt x="82608" y="499624"/>
                    <a:pt x="96297" y="504551"/>
                  </a:cubicBezTo>
                  <a:cubicBezTo>
                    <a:pt x="128565" y="514404"/>
                    <a:pt x="146165" y="538052"/>
                    <a:pt x="153988" y="570569"/>
                  </a:cubicBezTo>
                  <a:cubicBezTo>
                    <a:pt x="127587" y="579437"/>
                    <a:pt x="103142" y="577466"/>
                    <a:pt x="80652" y="562686"/>
                  </a:cubicBezTo>
                  <a:cubicBezTo>
                    <a:pt x="54251" y="545935"/>
                    <a:pt x="36650" y="521302"/>
                    <a:pt x="19050" y="493712"/>
                  </a:cubicBezTo>
                  <a:close/>
                  <a:moveTo>
                    <a:pt x="249333" y="492125"/>
                  </a:moveTo>
                  <a:cubicBezTo>
                    <a:pt x="263265" y="518813"/>
                    <a:pt x="277197" y="543524"/>
                    <a:pt x="280182" y="573177"/>
                  </a:cubicBezTo>
                  <a:cubicBezTo>
                    <a:pt x="284163" y="603819"/>
                    <a:pt x="272221" y="628530"/>
                    <a:pt x="250328" y="649287"/>
                  </a:cubicBezTo>
                  <a:cubicBezTo>
                    <a:pt x="233410" y="634460"/>
                    <a:pt x="223459" y="617657"/>
                    <a:pt x="220473" y="595911"/>
                  </a:cubicBezTo>
                  <a:cubicBezTo>
                    <a:pt x="217488" y="571200"/>
                    <a:pt x="223459" y="547478"/>
                    <a:pt x="233410" y="525732"/>
                  </a:cubicBezTo>
                  <a:cubicBezTo>
                    <a:pt x="237391" y="514859"/>
                    <a:pt x="243362" y="504975"/>
                    <a:pt x="249333" y="492125"/>
                  </a:cubicBezTo>
                  <a:close/>
                  <a:moveTo>
                    <a:pt x="203454" y="427037"/>
                  </a:moveTo>
                  <a:cubicBezTo>
                    <a:pt x="213347" y="455550"/>
                    <a:pt x="222251" y="484064"/>
                    <a:pt x="218294" y="513561"/>
                  </a:cubicBezTo>
                  <a:cubicBezTo>
                    <a:pt x="215326" y="543058"/>
                    <a:pt x="202464" y="562722"/>
                    <a:pt x="174764" y="579437"/>
                  </a:cubicBezTo>
                  <a:cubicBezTo>
                    <a:pt x="167838" y="571571"/>
                    <a:pt x="163881" y="562722"/>
                    <a:pt x="159924" y="552890"/>
                  </a:cubicBezTo>
                  <a:cubicBezTo>
                    <a:pt x="153988" y="535192"/>
                    <a:pt x="154977" y="516510"/>
                    <a:pt x="160913" y="497829"/>
                  </a:cubicBezTo>
                  <a:cubicBezTo>
                    <a:pt x="168828" y="471282"/>
                    <a:pt x="184657" y="449651"/>
                    <a:pt x="203454" y="427037"/>
                  </a:cubicBezTo>
                  <a:close/>
                  <a:moveTo>
                    <a:pt x="1959" y="396875"/>
                  </a:moveTo>
                  <a:cubicBezTo>
                    <a:pt x="35272" y="401766"/>
                    <a:pt x="68585" y="406656"/>
                    <a:pt x="95039" y="428176"/>
                  </a:cubicBezTo>
                  <a:cubicBezTo>
                    <a:pt x="114635" y="443826"/>
                    <a:pt x="122474" y="464367"/>
                    <a:pt x="125413" y="488821"/>
                  </a:cubicBezTo>
                  <a:cubicBezTo>
                    <a:pt x="102878" y="493712"/>
                    <a:pt x="81322" y="490777"/>
                    <a:pt x="61727" y="478061"/>
                  </a:cubicBezTo>
                  <a:cubicBezTo>
                    <a:pt x="46050" y="468280"/>
                    <a:pt x="33313" y="454586"/>
                    <a:pt x="23515" y="438935"/>
                  </a:cubicBezTo>
                  <a:cubicBezTo>
                    <a:pt x="15676" y="425241"/>
                    <a:pt x="7838" y="411547"/>
                    <a:pt x="0" y="398831"/>
                  </a:cubicBezTo>
                  <a:cubicBezTo>
                    <a:pt x="980" y="397853"/>
                    <a:pt x="980" y="397853"/>
                    <a:pt x="1959" y="396875"/>
                  </a:cubicBezTo>
                  <a:close/>
                  <a:moveTo>
                    <a:pt x="180715" y="320675"/>
                  </a:moveTo>
                  <a:cubicBezTo>
                    <a:pt x="182672" y="333438"/>
                    <a:pt x="184629" y="343255"/>
                    <a:pt x="186586" y="354054"/>
                  </a:cubicBezTo>
                  <a:cubicBezTo>
                    <a:pt x="189522" y="374671"/>
                    <a:pt x="190501" y="394306"/>
                    <a:pt x="184629" y="414922"/>
                  </a:cubicBezTo>
                  <a:cubicBezTo>
                    <a:pt x="177779" y="441429"/>
                    <a:pt x="160164" y="458119"/>
                    <a:pt x="135699" y="469900"/>
                  </a:cubicBezTo>
                  <a:cubicBezTo>
                    <a:pt x="122977" y="448302"/>
                    <a:pt x="119063" y="425721"/>
                    <a:pt x="124934" y="402160"/>
                  </a:cubicBezTo>
                  <a:cubicBezTo>
                    <a:pt x="134721" y="369762"/>
                    <a:pt x="157228" y="346200"/>
                    <a:pt x="180715" y="320675"/>
                  </a:cubicBezTo>
                  <a:close/>
                  <a:moveTo>
                    <a:pt x="14288" y="273050"/>
                  </a:moveTo>
                  <a:cubicBezTo>
                    <a:pt x="20189" y="275991"/>
                    <a:pt x="24124" y="277952"/>
                    <a:pt x="27074" y="280894"/>
                  </a:cubicBezTo>
                  <a:cubicBezTo>
                    <a:pt x="44778" y="290699"/>
                    <a:pt x="60515" y="302465"/>
                    <a:pt x="75269" y="317173"/>
                  </a:cubicBezTo>
                  <a:cubicBezTo>
                    <a:pt x="97891" y="340705"/>
                    <a:pt x="104776" y="369140"/>
                    <a:pt x="96907" y="401497"/>
                  </a:cubicBezTo>
                  <a:cubicBezTo>
                    <a:pt x="96907" y="402478"/>
                    <a:pt x="95924" y="403458"/>
                    <a:pt x="95924" y="406400"/>
                  </a:cubicBezTo>
                  <a:cubicBezTo>
                    <a:pt x="69368" y="400517"/>
                    <a:pt x="48713" y="386790"/>
                    <a:pt x="35926" y="364238"/>
                  </a:cubicBezTo>
                  <a:cubicBezTo>
                    <a:pt x="24124" y="343647"/>
                    <a:pt x="19206" y="321095"/>
                    <a:pt x="17239" y="298543"/>
                  </a:cubicBezTo>
                  <a:cubicBezTo>
                    <a:pt x="16255" y="290699"/>
                    <a:pt x="15271" y="282855"/>
                    <a:pt x="14288" y="273050"/>
                  </a:cubicBezTo>
                  <a:close/>
                  <a:moveTo>
                    <a:pt x="185738" y="219075"/>
                  </a:moveTo>
                  <a:cubicBezTo>
                    <a:pt x="184760" y="252320"/>
                    <a:pt x="184760" y="283610"/>
                    <a:pt x="168128" y="311966"/>
                  </a:cubicBezTo>
                  <a:cubicBezTo>
                    <a:pt x="155409" y="335434"/>
                    <a:pt x="134864" y="348145"/>
                    <a:pt x="108448" y="354012"/>
                  </a:cubicBezTo>
                  <a:cubicBezTo>
                    <a:pt x="101600" y="331522"/>
                    <a:pt x="102578" y="310011"/>
                    <a:pt x="112362" y="288499"/>
                  </a:cubicBezTo>
                  <a:cubicBezTo>
                    <a:pt x="124102" y="265032"/>
                    <a:pt x="143669" y="248409"/>
                    <a:pt x="165193" y="233742"/>
                  </a:cubicBezTo>
                  <a:cubicBezTo>
                    <a:pt x="171063" y="228853"/>
                    <a:pt x="177911" y="224942"/>
                    <a:pt x="185738" y="219075"/>
                  </a:cubicBezTo>
                  <a:close/>
                  <a:moveTo>
                    <a:pt x="62253" y="144462"/>
                  </a:moveTo>
                  <a:cubicBezTo>
                    <a:pt x="65178" y="147393"/>
                    <a:pt x="67129" y="150323"/>
                    <a:pt x="69079" y="152277"/>
                  </a:cubicBezTo>
                  <a:cubicBezTo>
                    <a:pt x="83707" y="171816"/>
                    <a:pt x="98335" y="191354"/>
                    <a:pt x="106136" y="214800"/>
                  </a:cubicBezTo>
                  <a:cubicBezTo>
                    <a:pt x="115888" y="243131"/>
                    <a:pt x="110037" y="275370"/>
                    <a:pt x="90533" y="296862"/>
                  </a:cubicBezTo>
                  <a:cubicBezTo>
                    <a:pt x="64203" y="280254"/>
                    <a:pt x="50550" y="255831"/>
                    <a:pt x="48600" y="225546"/>
                  </a:cubicBezTo>
                  <a:cubicBezTo>
                    <a:pt x="47625" y="198193"/>
                    <a:pt x="54451" y="171816"/>
                    <a:pt x="62253" y="144462"/>
                  </a:cubicBezTo>
                  <a:close/>
                  <a:moveTo>
                    <a:pt x="247651" y="111125"/>
                  </a:moveTo>
                  <a:cubicBezTo>
                    <a:pt x="236775" y="144561"/>
                    <a:pt x="226888" y="177013"/>
                    <a:pt x="201181" y="200615"/>
                  </a:cubicBezTo>
                  <a:cubicBezTo>
                    <a:pt x="182396" y="216349"/>
                    <a:pt x="160644" y="222250"/>
                    <a:pt x="135927" y="220283"/>
                  </a:cubicBezTo>
                  <a:cubicBezTo>
                    <a:pt x="134938" y="207499"/>
                    <a:pt x="136915" y="195698"/>
                    <a:pt x="141859" y="183897"/>
                  </a:cubicBezTo>
                  <a:cubicBezTo>
                    <a:pt x="147791" y="167179"/>
                    <a:pt x="158667" y="154395"/>
                    <a:pt x="173498" y="143577"/>
                  </a:cubicBezTo>
                  <a:cubicBezTo>
                    <a:pt x="195249" y="127843"/>
                    <a:pt x="219967" y="118992"/>
                    <a:pt x="247651" y="111125"/>
                  </a:cubicBezTo>
                  <a:close/>
                  <a:moveTo>
                    <a:pt x="124313" y="25400"/>
                  </a:moveTo>
                  <a:cubicBezTo>
                    <a:pt x="139944" y="56711"/>
                    <a:pt x="155575" y="85086"/>
                    <a:pt x="153621" y="119332"/>
                  </a:cubicBezTo>
                  <a:cubicBezTo>
                    <a:pt x="152644" y="144772"/>
                    <a:pt x="140921" y="164341"/>
                    <a:pt x="122359" y="180975"/>
                  </a:cubicBezTo>
                  <a:cubicBezTo>
                    <a:pt x="105752" y="165320"/>
                    <a:pt x="95983" y="146729"/>
                    <a:pt x="94029" y="124224"/>
                  </a:cubicBezTo>
                  <a:cubicBezTo>
                    <a:pt x="92075" y="95849"/>
                    <a:pt x="101844" y="71387"/>
                    <a:pt x="113567" y="45948"/>
                  </a:cubicBezTo>
                  <a:cubicBezTo>
                    <a:pt x="117475" y="40077"/>
                    <a:pt x="120406" y="33228"/>
                    <a:pt x="124313" y="25400"/>
                  </a:cubicBezTo>
                  <a:close/>
                  <a:moveTo>
                    <a:pt x="265113" y="0"/>
                  </a:moveTo>
                  <a:cubicBezTo>
                    <a:pt x="257222" y="37274"/>
                    <a:pt x="251303" y="74548"/>
                    <a:pt x="221711" y="101032"/>
                  </a:cubicBezTo>
                  <a:cubicBezTo>
                    <a:pt x="205928" y="113784"/>
                    <a:pt x="187187" y="119669"/>
                    <a:pt x="166472" y="120650"/>
                  </a:cubicBezTo>
                  <a:cubicBezTo>
                    <a:pt x="163513" y="101032"/>
                    <a:pt x="166472" y="82395"/>
                    <a:pt x="175350" y="64739"/>
                  </a:cubicBezTo>
                  <a:cubicBezTo>
                    <a:pt x="183241" y="51987"/>
                    <a:pt x="193105" y="41197"/>
                    <a:pt x="204942" y="32369"/>
                  </a:cubicBezTo>
                  <a:cubicBezTo>
                    <a:pt x="223684" y="18637"/>
                    <a:pt x="243412" y="8828"/>
                    <a:pt x="2651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</p:grpSp>
      <p:sp>
        <p:nvSpPr>
          <p:cNvPr id="86" name="www.koppt.cn">
            <a:extLst>
              <a:ext uri="{FF2B5EF4-FFF2-40B4-BE49-F238E27FC236}">
                <a16:creationId xmlns:a16="http://schemas.microsoft.com/office/drawing/2014/main" id="{AB404108-29AA-4092-99BF-CF83E7474D80}"/>
              </a:ext>
            </a:extLst>
          </p:cNvPr>
          <p:cNvSpPr txBox="1"/>
          <p:nvPr/>
        </p:nvSpPr>
        <p:spPr>
          <a:xfrm>
            <a:off x="1157987" y="6040414"/>
            <a:ext cx="2147534" cy="62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一种基于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CAE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集成平台的离心式多级压缩热力系统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09A85F8E-AB18-4025-8182-E1E62EDE2CF9}"/>
              </a:ext>
            </a:extLst>
          </p:cNvPr>
          <p:cNvGrpSpPr/>
          <p:nvPr/>
        </p:nvGrpSpPr>
        <p:grpSpPr>
          <a:xfrm>
            <a:off x="801722" y="3975472"/>
            <a:ext cx="2860065" cy="1924291"/>
            <a:chOff x="1645736" y="1972506"/>
            <a:chExt cx="1745013" cy="817160"/>
          </a:xfr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6200000" scaled="1"/>
            <a:tileRect/>
          </a:gradFill>
        </p:grpSpPr>
        <p:sp>
          <p:nvSpPr>
            <p:cNvPr id="90" name="www.koppt.cn">
              <a:extLst>
                <a:ext uri="{FF2B5EF4-FFF2-40B4-BE49-F238E27FC236}">
                  <a16:creationId xmlns:a16="http://schemas.microsoft.com/office/drawing/2014/main" id="{921CA576-0324-4672-B3E9-0DCD9CC1FA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099" y="1972506"/>
              <a:ext cx="501650" cy="815634"/>
            </a:xfrm>
            <a:custGeom>
              <a:avLst/>
              <a:gdLst>
                <a:gd name="connsiteX0" fmla="*/ 39623 w 501650"/>
                <a:gd name="connsiteY0" fmla="*/ 752169 h 815634"/>
                <a:gd name="connsiteX1" fmla="*/ 82903 w 501650"/>
                <a:gd name="connsiteY1" fmla="*/ 756980 h 815634"/>
                <a:gd name="connsiteX2" fmla="*/ 148250 w 501650"/>
                <a:gd name="connsiteY2" fmla="*/ 803361 h 815634"/>
                <a:gd name="connsiteX3" fmla="*/ 149225 w 501650"/>
                <a:gd name="connsiteY3" fmla="*/ 805335 h 815634"/>
                <a:gd name="connsiteX4" fmla="*/ 57544 w 501650"/>
                <a:gd name="connsiteY4" fmla="*/ 813229 h 815634"/>
                <a:gd name="connsiteX5" fmla="*/ 0 w 501650"/>
                <a:gd name="connsiteY5" fmla="*/ 768822 h 815634"/>
                <a:gd name="connsiteX6" fmla="*/ 39623 w 501650"/>
                <a:gd name="connsiteY6" fmla="*/ 752169 h 815634"/>
                <a:gd name="connsiteX7" fmla="*/ 140799 w 501650"/>
                <a:gd name="connsiteY7" fmla="*/ 716767 h 815634"/>
                <a:gd name="connsiteX8" fmla="*/ 184272 w 501650"/>
                <a:gd name="connsiteY8" fmla="*/ 718494 h 815634"/>
                <a:gd name="connsiteX9" fmla="*/ 255587 w 501650"/>
                <a:gd name="connsiteY9" fmla="*/ 759940 h 815634"/>
                <a:gd name="connsiteX10" fmla="*/ 153010 w 501650"/>
                <a:gd name="connsiteY10" fmla="*/ 773756 h 815634"/>
                <a:gd name="connsiteX11" fmla="*/ 103187 w 501650"/>
                <a:gd name="connsiteY11" fmla="*/ 737243 h 815634"/>
                <a:gd name="connsiteX12" fmla="*/ 140799 w 501650"/>
                <a:gd name="connsiteY12" fmla="*/ 716767 h 815634"/>
                <a:gd name="connsiteX13" fmla="*/ 261584 w 501650"/>
                <a:gd name="connsiteY13" fmla="*/ 663326 h 815634"/>
                <a:gd name="connsiteX14" fmla="*/ 350838 w 501650"/>
                <a:gd name="connsiteY14" fmla="*/ 681854 h 815634"/>
                <a:gd name="connsiteX15" fmla="*/ 342011 w 501650"/>
                <a:gd name="connsiteY15" fmla="*/ 687705 h 815634"/>
                <a:gd name="connsiteX16" fmla="*/ 281200 w 501650"/>
                <a:gd name="connsiteY16" fmla="*/ 719886 h 815634"/>
                <a:gd name="connsiteX17" fmla="*/ 201754 w 501650"/>
                <a:gd name="connsiteY17" fmla="*/ 707208 h 815634"/>
                <a:gd name="connsiteX18" fmla="*/ 198812 w 501650"/>
                <a:gd name="connsiteY18" fmla="*/ 704283 h 815634"/>
                <a:gd name="connsiteX19" fmla="*/ 196850 w 501650"/>
                <a:gd name="connsiteY19" fmla="*/ 702332 h 815634"/>
                <a:gd name="connsiteX20" fmla="*/ 261584 w 501650"/>
                <a:gd name="connsiteY20" fmla="*/ 663326 h 815634"/>
                <a:gd name="connsiteX21" fmla="*/ 131763 w 501650"/>
                <a:gd name="connsiteY21" fmla="*/ 633412 h 815634"/>
                <a:gd name="connsiteX22" fmla="*/ 125859 w 501650"/>
                <a:gd name="connsiteY22" fmla="*/ 648239 h 815634"/>
                <a:gd name="connsiteX23" fmla="*/ 92403 w 501650"/>
                <a:gd name="connsiteY23" fmla="*/ 704580 h 815634"/>
                <a:gd name="connsiteX24" fmla="*/ 15652 w 501650"/>
                <a:gd name="connsiteY24" fmla="*/ 735222 h 815634"/>
                <a:gd name="connsiteX25" fmla="*/ 12700 w 501650"/>
                <a:gd name="connsiteY25" fmla="*/ 734233 h 815634"/>
                <a:gd name="connsiteX26" fmla="*/ 55012 w 501650"/>
                <a:gd name="connsiteY26" fmla="*/ 659112 h 815634"/>
                <a:gd name="connsiteX27" fmla="*/ 131763 w 501650"/>
                <a:gd name="connsiteY27" fmla="*/ 633412 h 815634"/>
                <a:gd name="connsiteX28" fmla="*/ 385441 w 501650"/>
                <a:gd name="connsiteY28" fmla="*/ 588085 h 815634"/>
                <a:gd name="connsiteX29" fmla="*/ 428625 w 501650"/>
                <a:gd name="connsiteY29" fmla="*/ 594226 h 815634"/>
                <a:gd name="connsiteX30" fmla="*/ 358743 w 501650"/>
                <a:gd name="connsiteY30" fmla="*/ 649371 h 815634"/>
                <a:gd name="connsiteX31" fmla="*/ 284924 w 501650"/>
                <a:gd name="connsiteY31" fmla="*/ 647366 h 815634"/>
                <a:gd name="connsiteX32" fmla="*/ 281971 w 501650"/>
                <a:gd name="connsiteY32" fmla="*/ 646363 h 815634"/>
                <a:gd name="connsiteX33" fmla="*/ 280987 w 501650"/>
                <a:gd name="connsiteY33" fmla="*/ 644358 h 815634"/>
                <a:gd name="connsiteX34" fmla="*/ 342995 w 501650"/>
                <a:gd name="connsiteY34" fmla="*/ 590216 h 815634"/>
                <a:gd name="connsiteX35" fmla="*/ 385441 w 501650"/>
                <a:gd name="connsiteY35" fmla="*/ 588085 h 815634"/>
                <a:gd name="connsiteX36" fmla="*/ 203220 w 501650"/>
                <a:gd name="connsiteY36" fmla="*/ 555625 h 815634"/>
                <a:gd name="connsiteX37" fmla="*/ 205199 w 501650"/>
                <a:gd name="connsiteY37" fmla="*/ 567436 h 815634"/>
                <a:gd name="connsiteX38" fmla="*/ 203220 w 501650"/>
                <a:gd name="connsiteY38" fmla="*/ 648144 h 815634"/>
                <a:gd name="connsiteX39" fmla="*/ 152750 w 501650"/>
                <a:gd name="connsiteY39" fmla="*/ 703262 h 815634"/>
                <a:gd name="connsiteX40" fmla="*/ 146812 w 501650"/>
                <a:gd name="connsiteY40" fmla="*/ 623538 h 815634"/>
                <a:gd name="connsiteX41" fmla="*/ 193324 w 501650"/>
                <a:gd name="connsiteY41" fmla="*/ 565467 h 815634"/>
                <a:gd name="connsiteX42" fmla="*/ 203220 w 501650"/>
                <a:gd name="connsiteY42" fmla="*/ 555625 h 815634"/>
                <a:gd name="connsiteX43" fmla="*/ 484188 w 501650"/>
                <a:gd name="connsiteY43" fmla="*/ 495300 h 815634"/>
                <a:gd name="connsiteX44" fmla="*/ 481255 w 501650"/>
                <a:gd name="connsiteY44" fmla="*/ 501253 h 815634"/>
                <a:gd name="connsiteX45" fmla="*/ 427475 w 501650"/>
                <a:gd name="connsiteY45" fmla="*/ 562768 h 815634"/>
                <a:gd name="connsiteX46" fmla="*/ 354139 w 501650"/>
                <a:gd name="connsiteY46" fmla="*/ 575667 h 815634"/>
                <a:gd name="connsiteX47" fmla="*/ 351206 w 501650"/>
                <a:gd name="connsiteY47" fmla="*/ 574674 h 815634"/>
                <a:gd name="connsiteX48" fmla="*/ 349250 w 501650"/>
                <a:gd name="connsiteY48" fmla="*/ 573682 h 815634"/>
                <a:gd name="connsiteX49" fmla="*/ 381518 w 501650"/>
                <a:gd name="connsiteY49" fmla="*/ 520104 h 815634"/>
                <a:gd name="connsiteX50" fmla="*/ 439209 w 501650"/>
                <a:gd name="connsiteY50" fmla="*/ 499269 h 815634"/>
                <a:gd name="connsiteX51" fmla="*/ 484188 w 501650"/>
                <a:gd name="connsiteY51" fmla="*/ 495300 h 815634"/>
                <a:gd name="connsiteX52" fmla="*/ 254336 w 501650"/>
                <a:gd name="connsiteY52" fmla="*/ 493712 h 815634"/>
                <a:gd name="connsiteX53" fmla="*/ 283200 w 501650"/>
                <a:gd name="connsiteY53" fmla="*/ 588602 h 815634"/>
                <a:gd name="connsiteX54" fmla="*/ 253374 w 501650"/>
                <a:gd name="connsiteY54" fmla="*/ 650874 h 815634"/>
                <a:gd name="connsiteX55" fmla="*/ 224511 w 501650"/>
                <a:gd name="connsiteY55" fmla="*/ 571799 h 815634"/>
                <a:gd name="connsiteX56" fmla="*/ 254336 w 501650"/>
                <a:gd name="connsiteY56" fmla="*/ 493712 h 815634"/>
                <a:gd name="connsiteX57" fmla="*/ 299839 w 501650"/>
                <a:gd name="connsiteY57" fmla="*/ 428625 h 815634"/>
                <a:gd name="connsiteX58" fmla="*/ 342503 w 501650"/>
                <a:gd name="connsiteY58" fmla="*/ 499696 h 815634"/>
                <a:gd name="connsiteX59" fmla="*/ 331589 w 501650"/>
                <a:gd name="connsiteY59" fmla="*/ 579651 h 815634"/>
                <a:gd name="connsiteX60" fmla="*/ 328612 w 501650"/>
                <a:gd name="connsiteY60" fmla="*/ 582612 h 815634"/>
                <a:gd name="connsiteX61" fmla="*/ 284956 w 501650"/>
                <a:gd name="connsiteY61" fmla="*/ 498709 h 815634"/>
                <a:gd name="connsiteX62" fmla="*/ 291901 w 501650"/>
                <a:gd name="connsiteY62" fmla="*/ 454289 h 815634"/>
                <a:gd name="connsiteX63" fmla="*/ 299839 w 501650"/>
                <a:gd name="connsiteY63" fmla="*/ 428625 h 815634"/>
                <a:gd name="connsiteX64" fmla="*/ 500675 w 501650"/>
                <a:gd name="connsiteY64" fmla="*/ 398462 h 815634"/>
                <a:gd name="connsiteX65" fmla="*/ 501650 w 501650"/>
                <a:gd name="connsiteY65" fmla="*/ 400450 h 815634"/>
                <a:gd name="connsiteX66" fmla="*/ 442175 w 501650"/>
                <a:gd name="connsiteY66" fmla="*/ 480980 h 815634"/>
                <a:gd name="connsiteX67" fmla="*/ 377825 w 501650"/>
                <a:gd name="connsiteY67" fmla="*/ 491916 h 815634"/>
                <a:gd name="connsiteX68" fmla="*/ 399275 w 501650"/>
                <a:gd name="connsiteY68" fmla="*/ 439224 h 815634"/>
                <a:gd name="connsiteX69" fmla="*/ 463625 w 501650"/>
                <a:gd name="connsiteY69" fmla="*/ 405421 h 815634"/>
                <a:gd name="connsiteX70" fmla="*/ 500675 w 501650"/>
                <a:gd name="connsiteY70" fmla="*/ 398462 h 815634"/>
                <a:gd name="connsiteX71" fmla="*/ 322112 w 501650"/>
                <a:gd name="connsiteY71" fmla="*/ 323850 h 815634"/>
                <a:gd name="connsiteX72" fmla="*/ 366519 w 501650"/>
                <a:gd name="connsiteY72" fmla="*/ 378603 h 815634"/>
                <a:gd name="connsiteX73" fmla="*/ 380035 w 501650"/>
                <a:gd name="connsiteY73" fmla="*/ 430422 h 815634"/>
                <a:gd name="connsiteX74" fmla="*/ 367485 w 501650"/>
                <a:gd name="connsiteY74" fmla="*/ 471487 h 815634"/>
                <a:gd name="connsiteX75" fmla="*/ 319216 w 501650"/>
                <a:gd name="connsiteY75" fmla="*/ 419667 h 815634"/>
                <a:gd name="connsiteX76" fmla="*/ 322112 w 501650"/>
                <a:gd name="connsiteY76" fmla="*/ 323850 h 815634"/>
                <a:gd name="connsiteX77" fmla="*/ 488950 w 501650"/>
                <a:gd name="connsiteY77" fmla="*/ 274637 h 815634"/>
                <a:gd name="connsiteX78" fmla="*/ 467458 w 501650"/>
                <a:gd name="connsiteY78" fmla="*/ 367786 h 815634"/>
                <a:gd name="connsiteX79" fmla="*/ 413727 w 501650"/>
                <a:gd name="connsiteY79" fmla="*/ 407987 h 815634"/>
                <a:gd name="connsiteX80" fmla="*/ 408842 w 501650"/>
                <a:gd name="connsiteY80" fmla="*/ 407987 h 815634"/>
                <a:gd name="connsiteX81" fmla="*/ 418612 w 501650"/>
                <a:gd name="connsiteY81" fmla="*/ 332487 h 815634"/>
                <a:gd name="connsiteX82" fmla="*/ 450850 w 501650"/>
                <a:gd name="connsiteY82" fmla="*/ 300130 h 815634"/>
                <a:gd name="connsiteX83" fmla="*/ 488950 w 501650"/>
                <a:gd name="connsiteY83" fmla="*/ 274637 h 815634"/>
                <a:gd name="connsiteX84" fmla="*/ 317500 w 501650"/>
                <a:gd name="connsiteY84" fmla="*/ 222250 h 815634"/>
                <a:gd name="connsiteX85" fmla="*/ 319462 w 501650"/>
                <a:gd name="connsiteY85" fmla="*/ 222250 h 815634"/>
                <a:gd name="connsiteX86" fmla="*/ 381268 w 501650"/>
                <a:gd name="connsiteY86" fmla="*/ 274836 h 815634"/>
                <a:gd name="connsiteX87" fmla="*/ 395003 w 501650"/>
                <a:gd name="connsiteY87" fmla="*/ 357187 h 815634"/>
                <a:gd name="connsiteX88" fmla="*/ 328292 w 501650"/>
                <a:gd name="connsiteY88" fmla="*/ 299640 h 815634"/>
                <a:gd name="connsiteX89" fmla="*/ 318481 w 501650"/>
                <a:gd name="connsiteY89" fmla="*/ 248047 h 815634"/>
                <a:gd name="connsiteX90" fmla="*/ 317500 w 501650"/>
                <a:gd name="connsiteY90" fmla="*/ 222250 h 815634"/>
                <a:gd name="connsiteX91" fmla="*/ 440475 w 501650"/>
                <a:gd name="connsiteY91" fmla="*/ 147637 h 815634"/>
                <a:gd name="connsiteX92" fmla="*/ 443427 w 501650"/>
                <a:gd name="connsiteY92" fmla="*/ 151570 h 815634"/>
                <a:gd name="connsiteX93" fmla="*/ 455233 w 501650"/>
                <a:gd name="connsiteY93" fmla="*/ 231211 h 815634"/>
                <a:gd name="connsiteX94" fmla="*/ 412929 w 501650"/>
                <a:gd name="connsiteY94" fmla="*/ 300037 h 815634"/>
                <a:gd name="connsiteX95" fmla="*/ 396204 w 501650"/>
                <a:gd name="connsiteY95" fmla="*/ 221379 h 815634"/>
                <a:gd name="connsiteX96" fmla="*/ 440475 w 501650"/>
                <a:gd name="connsiteY96" fmla="*/ 147637 h 815634"/>
                <a:gd name="connsiteX97" fmla="*/ 257554 w 501650"/>
                <a:gd name="connsiteY97" fmla="*/ 114300 h 815634"/>
                <a:gd name="connsiteX98" fmla="*/ 335243 w 501650"/>
                <a:gd name="connsiteY98" fmla="*/ 150686 h 815634"/>
                <a:gd name="connsiteX99" fmla="*/ 366712 w 501650"/>
                <a:gd name="connsiteY99" fmla="*/ 218541 h 815634"/>
                <a:gd name="connsiteX100" fmla="*/ 366712 w 501650"/>
                <a:gd name="connsiteY100" fmla="*/ 223458 h 815634"/>
                <a:gd name="connsiteX101" fmla="*/ 301807 w 501650"/>
                <a:gd name="connsiteY101" fmla="*/ 202807 h 815634"/>
                <a:gd name="connsiteX102" fmla="*/ 274272 w 501650"/>
                <a:gd name="connsiteY102" fmla="*/ 163470 h 815634"/>
                <a:gd name="connsiteX103" fmla="*/ 255587 w 501650"/>
                <a:gd name="connsiteY103" fmla="*/ 115283 h 815634"/>
                <a:gd name="connsiteX104" fmla="*/ 257554 w 501650"/>
                <a:gd name="connsiteY104" fmla="*/ 114300 h 815634"/>
                <a:gd name="connsiteX105" fmla="*/ 378924 w 501650"/>
                <a:gd name="connsiteY105" fmla="*/ 26987 h 815634"/>
                <a:gd name="connsiteX106" fmla="*/ 409208 w 501650"/>
                <a:gd name="connsiteY106" fmla="*/ 112981 h 815634"/>
                <a:gd name="connsiteX107" fmla="*/ 381854 w 501650"/>
                <a:gd name="connsiteY107" fmla="*/ 184149 h 815634"/>
                <a:gd name="connsiteX108" fmla="*/ 349616 w 501650"/>
                <a:gd name="connsiteY108" fmla="*/ 111993 h 815634"/>
                <a:gd name="connsiteX109" fmla="*/ 378924 w 501650"/>
                <a:gd name="connsiteY109" fmla="*/ 26987 h 815634"/>
                <a:gd name="connsiteX110" fmla="*/ 238125 w 501650"/>
                <a:gd name="connsiteY110" fmla="*/ 0 h 815634"/>
                <a:gd name="connsiteX111" fmla="*/ 275385 w 501650"/>
                <a:gd name="connsiteY111" fmla="*/ 18730 h 815634"/>
                <a:gd name="connsiteX112" fmla="*/ 327352 w 501650"/>
                <a:gd name="connsiteY112" fmla="*/ 66047 h 815634"/>
                <a:gd name="connsiteX113" fmla="*/ 337158 w 501650"/>
                <a:gd name="connsiteY113" fmla="*/ 117308 h 815634"/>
                <a:gd name="connsiteX114" fmla="*/ 336177 w 501650"/>
                <a:gd name="connsiteY114" fmla="*/ 122237 h 815634"/>
                <a:gd name="connsiteX115" fmla="*/ 264599 w 501650"/>
                <a:gd name="connsiteY115" fmla="*/ 81820 h 815634"/>
                <a:gd name="connsiteX116" fmla="*/ 238125 w 501650"/>
                <a:gd name="connsiteY116" fmla="*/ 0 h 815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501650" h="815634">
                  <a:moveTo>
                    <a:pt x="39623" y="752169"/>
                  </a:moveTo>
                  <a:cubicBezTo>
                    <a:pt x="53399" y="750072"/>
                    <a:pt x="67785" y="751553"/>
                    <a:pt x="82903" y="756980"/>
                  </a:cubicBezTo>
                  <a:cubicBezTo>
                    <a:pt x="108261" y="767835"/>
                    <a:pt x="128743" y="784611"/>
                    <a:pt x="148250" y="803361"/>
                  </a:cubicBezTo>
                  <a:cubicBezTo>
                    <a:pt x="148250" y="803361"/>
                    <a:pt x="148250" y="804348"/>
                    <a:pt x="149225" y="805335"/>
                  </a:cubicBezTo>
                  <a:cubicBezTo>
                    <a:pt x="118990" y="813229"/>
                    <a:pt x="88755" y="819150"/>
                    <a:pt x="57544" y="813229"/>
                  </a:cubicBezTo>
                  <a:cubicBezTo>
                    <a:pt x="33161" y="808295"/>
                    <a:pt x="10728" y="791519"/>
                    <a:pt x="0" y="768822"/>
                  </a:cubicBezTo>
                  <a:cubicBezTo>
                    <a:pt x="12679" y="759941"/>
                    <a:pt x="25846" y="754266"/>
                    <a:pt x="39623" y="752169"/>
                  </a:cubicBezTo>
                  <a:close/>
                  <a:moveTo>
                    <a:pt x="140799" y="716767"/>
                  </a:moveTo>
                  <a:cubicBezTo>
                    <a:pt x="154231" y="713559"/>
                    <a:pt x="168641" y="714053"/>
                    <a:pt x="184272" y="718494"/>
                  </a:cubicBezTo>
                  <a:cubicBezTo>
                    <a:pt x="210649" y="726388"/>
                    <a:pt x="232141" y="742177"/>
                    <a:pt x="255587" y="759940"/>
                  </a:cubicBezTo>
                  <a:cubicBezTo>
                    <a:pt x="221395" y="771782"/>
                    <a:pt x="188179" y="782637"/>
                    <a:pt x="153010" y="773756"/>
                  </a:cubicBezTo>
                  <a:cubicBezTo>
                    <a:pt x="132495" y="768822"/>
                    <a:pt x="111979" y="754019"/>
                    <a:pt x="103187" y="737243"/>
                  </a:cubicBezTo>
                  <a:cubicBezTo>
                    <a:pt x="114910" y="726881"/>
                    <a:pt x="127366" y="719974"/>
                    <a:pt x="140799" y="716767"/>
                  </a:cubicBezTo>
                  <a:close/>
                  <a:moveTo>
                    <a:pt x="261584" y="663326"/>
                  </a:moveTo>
                  <a:cubicBezTo>
                    <a:pt x="292970" y="660400"/>
                    <a:pt x="320433" y="671127"/>
                    <a:pt x="350838" y="681854"/>
                  </a:cubicBezTo>
                  <a:cubicBezTo>
                    <a:pt x="346915" y="684779"/>
                    <a:pt x="344953" y="685755"/>
                    <a:pt x="342011" y="687705"/>
                  </a:cubicBezTo>
                  <a:cubicBezTo>
                    <a:pt x="323375" y="701357"/>
                    <a:pt x="303759" y="713059"/>
                    <a:pt x="281200" y="719886"/>
                  </a:cubicBezTo>
                  <a:cubicBezTo>
                    <a:pt x="252757" y="728662"/>
                    <a:pt x="226275" y="724761"/>
                    <a:pt x="201754" y="707208"/>
                  </a:cubicBezTo>
                  <a:cubicBezTo>
                    <a:pt x="200773" y="706233"/>
                    <a:pt x="199793" y="705258"/>
                    <a:pt x="198812" y="704283"/>
                  </a:cubicBezTo>
                  <a:cubicBezTo>
                    <a:pt x="197831" y="704283"/>
                    <a:pt x="197831" y="703308"/>
                    <a:pt x="196850" y="702332"/>
                  </a:cubicBezTo>
                  <a:cubicBezTo>
                    <a:pt x="212543" y="679904"/>
                    <a:pt x="233140" y="665276"/>
                    <a:pt x="261584" y="663326"/>
                  </a:cubicBezTo>
                  <a:close/>
                  <a:moveTo>
                    <a:pt x="131763" y="633412"/>
                  </a:moveTo>
                  <a:cubicBezTo>
                    <a:pt x="128811" y="639343"/>
                    <a:pt x="126843" y="643297"/>
                    <a:pt x="125859" y="648239"/>
                  </a:cubicBezTo>
                  <a:cubicBezTo>
                    <a:pt x="117003" y="668008"/>
                    <a:pt x="107163" y="687777"/>
                    <a:pt x="92403" y="704580"/>
                  </a:cubicBezTo>
                  <a:cubicBezTo>
                    <a:pt x="71740" y="727314"/>
                    <a:pt x="46156" y="738187"/>
                    <a:pt x="15652" y="735222"/>
                  </a:cubicBezTo>
                  <a:cubicBezTo>
                    <a:pt x="14668" y="735222"/>
                    <a:pt x="13684" y="734233"/>
                    <a:pt x="12700" y="734233"/>
                  </a:cubicBezTo>
                  <a:cubicBezTo>
                    <a:pt x="13684" y="701615"/>
                    <a:pt x="27460" y="675915"/>
                    <a:pt x="55012" y="659112"/>
                  </a:cubicBezTo>
                  <a:cubicBezTo>
                    <a:pt x="78628" y="645273"/>
                    <a:pt x="104211" y="639343"/>
                    <a:pt x="131763" y="633412"/>
                  </a:cubicBezTo>
                  <a:close/>
                  <a:moveTo>
                    <a:pt x="385441" y="588085"/>
                  </a:moveTo>
                  <a:cubicBezTo>
                    <a:pt x="399590" y="589213"/>
                    <a:pt x="413861" y="591720"/>
                    <a:pt x="428625" y="594226"/>
                  </a:cubicBezTo>
                  <a:cubicBezTo>
                    <a:pt x="406972" y="617287"/>
                    <a:pt x="386302" y="637340"/>
                    <a:pt x="358743" y="649371"/>
                  </a:cubicBezTo>
                  <a:cubicBezTo>
                    <a:pt x="334137" y="660400"/>
                    <a:pt x="309530" y="659397"/>
                    <a:pt x="284924" y="647366"/>
                  </a:cubicBezTo>
                  <a:cubicBezTo>
                    <a:pt x="283940" y="647366"/>
                    <a:pt x="282956" y="646363"/>
                    <a:pt x="281971" y="646363"/>
                  </a:cubicBezTo>
                  <a:cubicBezTo>
                    <a:pt x="281971" y="645361"/>
                    <a:pt x="280987" y="645361"/>
                    <a:pt x="280987" y="644358"/>
                  </a:cubicBezTo>
                  <a:cubicBezTo>
                    <a:pt x="292798" y="616284"/>
                    <a:pt x="313467" y="597234"/>
                    <a:pt x="342995" y="590216"/>
                  </a:cubicBezTo>
                  <a:cubicBezTo>
                    <a:pt x="357267" y="587208"/>
                    <a:pt x="371292" y="586957"/>
                    <a:pt x="385441" y="588085"/>
                  </a:cubicBezTo>
                  <a:close/>
                  <a:moveTo>
                    <a:pt x="203220" y="555625"/>
                  </a:moveTo>
                  <a:cubicBezTo>
                    <a:pt x="204210" y="560546"/>
                    <a:pt x="204210" y="563499"/>
                    <a:pt x="205199" y="567436"/>
                  </a:cubicBezTo>
                  <a:cubicBezTo>
                    <a:pt x="209158" y="594010"/>
                    <a:pt x="211137" y="621569"/>
                    <a:pt x="203220" y="648144"/>
                  </a:cubicBezTo>
                  <a:cubicBezTo>
                    <a:pt x="195303" y="673735"/>
                    <a:pt x="178480" y="692435"/>
                    <a:pt x="152750" y="703262"/>
                  </a:cubicBezTo>
                  <a:cubicBezTo>
                    <a:pt x="137906" y="677672"/>
                    <a:pt x="134937" y="651097"/>
                    <a:pt x="146812" y="623538"/>
                  </a:cubicBezTo>
                  <a:cubicBezTo>
                    <a:pt x="157698" y="599916"/>
                    <a:pt x="174522" y="582200"/>
                    <a:pt x="193324" y="565467"/>
                  </a:cubicBezTo>
                  <a:cubicBezTo>
                    <a:pt x="196293" y="562515"/>
                    <a:pt x="199262" y="559562"/>
                    <a:pt x="203220" y="555625"/>
                  </a:cubicBezTo>
                  <a:close/>
                  <a:moveTo>
                    <a:pt x="484188" y="495300"/>
                  </a:moveTo>
                  <a:cubicBezTo>
                    <a:pt x="482233" y="498276"/>
                    <a:pt x="482233" y="500261"/>
                    <a:pt x="481255" y="501253"/>
                  </a:cubicBezTo>
                  <a:cubicBezTo>
                    <a:pt x="466588" y="524073"/>
                    <a:pt x="449965" y="546893"/>
                    <a:pt x="427475" y="562768"/>
                  </a:cubicBezTo>
                  <a:cubicBezTo>
                    <a:pt x="404985" y="578643"/>
                    <a:pt x="380540" y="582612"/>
                    <a:pt x="354139" y="575667"/>
                  </a:cubicBezTo>
                  <a:cubicBezTo>
                    <a:pt x="353161" y="574674"/>
                    <a:pt x="352184" y="574674"/>
                    <a:pt x="351206" y="574674"/>
                  </a:cubicBezTo>
                  <a:cubicBezTo>
                    <a:pt x="351206" y="574674"/>
                    <a:pt x="350228" y="573682"/>
                    <a:pt x="349250" y="573682"/>
                  </a:cubicBezTo>
                  <a:cubicBezTo>
                    <a:pt x="354139" y="551854"/>
                    <a:pt x="363917" y="533003"/>
                    <a:pt x="381518" y="520104"/>
                  </a:cubicBezTo>
                  <a:cubicBezTo>
                    <a:pt x="399119" y="506214"/>
                    <a:pt x="418675" y="501253"/>
                    <a:pt x="439209" y="499269"/>
                  </a:cubicBezTo>
                  <a:cubicBezTo>
                    <a:pt x="453876" y="497284"/>
                    <a:pt x="468543" y="496292"/>
                    <a:pt x="484188" y="495300"/>
                  </a:cubicBezTo>
                  <a:close/>
                  <a:moveTo>
                    <a:pt x="254336" y="493712"/>
                  </a:moveTo>
                  <a:cubicBezTo>
                    <a:pt x="269730" y="524354"/>
                    <a:pt x="284162" y="554007"/>
                    <a:pt x="283200" y="588602"/>
                  </a:cubicBezTo>
                  <a:cubicBezTo>
                    <a:pt x="283200" y="611336"/>
                    <a:pt x="271655" y="636048"/>
                    <a:pt x="253374" y="650874"/>
                  </a:cubicBezTo>
                  <a:cubicBezTo>
                    <a:pt x="231245" y="629128"/>
                    <a:pt x="220662" y="603429"/>
                    <a:pt x="224511" y="571799"/>
                  </a:cubicBezTo>
                  <a:cubicBezTo>
                    <a:pt x="228359" y="544122"/>
                    <a:pt x="240867" y="519411"/>
                    <a:pt x="254336" y="493712"/>
                  </a:cubicBezTo>
                  <a:close/>
                  <a:moveTo>
                    <a:pt x="299839" y="428625"/>
                  </a:moveTo>
                  <a:cubicBezTo>
                    <a:pt x="318691" y="451328"/>
                    <a:pt x="334566" y="473044"/>
                    <a:pt x="342503" y="499696"/>
                  </a:cubicBezTo>
                  <a:cubicBezTo>
                    <a:pt x="352425" y="528322"/>
                    <a:pt x="348456" y="554973"/>
                    <a:pt x="331589" y="579651"/>
                  </a:cubicBezTo>
                  <a:cubicBezTo>
                    <a:pt x="330597" y="580638"/>
                    <a:pt x="329605" y="581625"/>
                    <a:pt x="328612" y="582612"/>
                  </a:cubicBezTo>
                  <a:cubicBezTo>
                    <a:pt x="296862" y="562870"/>
                    <a:pt x="280987" y="535231"/>
                    <a:pt x="284956" y="498709"/>
                  </a:cubicBezTo>
                  <a:cubicBezTo>
                    <a:pt x="285948" y="483902"/>
                    <a:pt x="288925" y="469096"/>
                    <a:pt x="291901" y="454289"/>
                  </a:cubicBezTo>
                  <a:cubicBezTo>
                    <a:pt x="293886" y="446393"/>
                    <a:pt x="296862" y="438496"/>
                    <a:pt x="299839" y="428625"/>
                  </a:cubicBezTo>
                  <a:close/>
                  <a:moveTo>
                    <a:pt x="500675" y="398462"/>
                  </a:moveTo>
                  <a:cubicBezTo>
                    <a:pt x="500675" y="398462"/>
                    <a:pt x="501650" y="399456"/>
                    <a:pt x="501650" y="400450"/>
                  </a:cubicBezTo>
                  <a:cubicBezTo>
                    <a:pt x="487025" y="431270"/>
                    <a:pt x="471425" y="461096"/>
                    <a:pt x="442175" y="480980"/>
                  </a:cubicBezTo>
                  <a:cubicBezTo>
                    <a:pt x="422675" y="493904"/>
                    <a:pt x="401225" y="496887"/>
                    <a:pt x="377825" y="491916"/>
                  </a:cubicBezTo>
                  <a:cubicBezTo>
                    <a:pt x="379775" y="472032"/>
                    <a:pt x="386600" y="454137"/>
                    <a:pt x="399275" y="439224"/>
                  </a:cubicBezTo>
                  <a:cubicBezTo>
                    <a:pt x="416825" y="419340"/>
                    <a:pt x="440225" y="410392"/>
                    <a:pt x="463625" y="405421"/>
                  </a:cubicBezTo>
                  <a:cubicBezTo>
                    <a:pt x="476300" y="402439"/>
                    <a:pt x="488000" y="400450"/>
                    <a:pt x="500675" y="398462"/>
                  </a:cubicBezTo>
                  <a:close/>
                  <a:moveTo>
                    <a:pt x="322112" y="323850"/>
                  </a:moveTo>
                  <a:cubicBezTo>
                    <a:pt x="339489" y="340471"/>
                    <a:pt x="354935" y="358070"/>
                    <a:pt x="366519" y="378603"/>
                  </a:cubicBezTo>
                  <a:cubicBezTo>
                    <a:pt x="375208" y="394246"/>
                    <a:pt x="381000" y="411845"/>
                    <a:pt x="380035" y="430422"/>
                  </a:cubicBezTo>
                  <a:cubicBezTo>
                    <a:pt x="379069" y="445088"/>
                    <a:pt x="375208" y="458776"/>
                    <a:pt x="367485" y="471487"/>
                  </a:cubicBezTo>
                  <a:cubicBezTo>
                    <a:pt x="344316" y="460732"/>
                    <a:pt x="326939" y="444110"/>
                    <a:pt x="319216" y="419667"/>
                  </a:cubicBezTo>
                  <a:cubicBezTo>
                    <a:pt x="309562" y="387402"/>
                    <a:pt x="316320" y="356115"/>
                    <a:pt x="322112" y="323850"/>
                  </a:cubicBezTo>
                  <a:close/>
                  <a:moveTo>
                    <a:pt x="488950" y="274637"/>
                  </a:moveTo>
                  <a:cubicBezTo>
                    <a:pt x="486996" y="307974"/>
                    <a:pt x="484066" y="339351"/>
                    <a:pt x="467458" y="367786"/>
                  </a:cubicBezTo>
                  <a:cubicBezTo>
                    <a:pt x="454758" y="388377"/>
                    <a:pt x="437173" y="401123"/>
                    <a:pt x="413727" y="407987"/>
                  </a:cubicBezTo>
                  <a:cubicBezTo>
                    <a:pt x="411773" y="407987"/>
                    <a:pt x="410796" y="407987"/>
                    <a:pt x="408842" y="407987"/>
                  </a:cubicBezTo>
                  <a:cubicBezTo>
                    <a:pt x="400050" y="381513"/>
                    <a:pt x="402004" y="355039"/>
                    <a:pt x="418612" y="332487"/>
                  </a:cubicBezTo>
                  <a:cubicBezTo>
                    <a:pt x="427404" y="320721"/>
                    <a:pt x="439127" y="309935"/>
                    <a:pt x="450850" y="300130"/>
                  </a:cubicBezTo>
                  <a:cubicBezTo>
                    <a:pt x="461596" y="291306"/>
                    <a:pt x="474296" y="284442"/>
                    <a:pt x="488950" y="274637"/>
                  </a:cubicBezTo>
                  <a:close/>
                  <a:moveTo>
                    <a:pt x="317500" y="222250"/>
                  </a:moveTo>
                  <a:cubicBezTo>
                    <a:pt x="318481" y="222250"/>
                    <a:pt x="319462" y="222250"/>
                    <a:pt x="319462" y="222250"/>
                  </a:cubicBezTo>
                  <a:cubicBezTo>
                    <a:pt x="343007" y="237133"/>
                    <a:pt x="364590" y="253008"/>
                    <a:pt x="381268" y="274836"/>
                  </a:cubicBezTo>
                  <a:cubicBezTo>
                    <a:pt x="399908" y="299640"/>
                    <a:pt x="404813" y="327421"/>
                    <a:pt x="395003" y="357187"/>
                  </a:cubicBezTo>
                  <a:cubicBezTo>
                    <a:pt x="361647" y="350242"/>
                    <a:pt x="339083" y="331390"/>
                    <a:pt x="328292" y="299640"/>
                  </a:cubicBezTo>
                  <a:cubicBezTo>
                    <a:pt x="323386" y="282773"/>
                    <a:pt x="321424" y="265906"/>
                    <a:pt x="318481" y="248047"/>
                  </a:cubicBezTo>
                  <a:cubicBezTo>
                    <a:pt x="317500" y="240109"/>
                    <a:pt x="317500" y="231180"/>
                    <a:pt x="317500" y="222250"/>
                  </a:cubicBezTo>
                  <a:close/>
                  <a:moveTo>
                    <a:pt x="440475" y="147637"/>
                  </a:moveTo>
                  <a:cubicBezTo>
                    <a:pt x="441459" y="149603"/>
                    <a:pt x="442443" y="150587"/>
                    <a:pt x="443427" y="151570"/>
                  </a:cubicBezTo>
                  <a:cubicBezTo>
                    <a:pt x="451297" y="178117"/>
                    <a:pt x="457200" y="203681"/>
                    <a:pt x="455233" y="231211"/>
                  </a:cubicBezTo>
                  <a:cubicBezTo>
                    <a:pt x="452281" y="261691"/>
                    <a:pt x="438508" y="283322"/>
                    <a:pt x="412929" y="300037"/>
                  </a:cubicBezTo>
                  <a:cubicBezTo>
                    <a:pt x="394237" y="276439"/>
                    <a:pt x="387350" y="249892"/>
                    <a:pt x="396204" y="221379"/>
                  </a:cubicBezTo>
                  <a:cubicBezTo>
                    <a:pt x="404075" y="192865"/>
                    <a:pt x="422767" y="170251"/>
                    <a:pt x="440475" y="147637"/>
                  </a:cubicBezTo>
                  <a:close/>
                  <a:moveTo>
                    <a:pt x="257554" y="114300"/>
                  </a:moveTo>
                  <a:cubicBezTo>
                    <a:pt x="285089" y="123151"/>
                    <a:pt x="312625" y="132001"/>
                    <a:pt x="335243" y="150686"/>
                  </a:cubicBezTo>
                  <a:cubicBezTo>
                    <a:pt x="355895" y="168387"/>
                    <a:pt x="366712" y="191006"/>
                    <a:pt x="366712" y="218541"/>
                  </a:cubicBezTo>
                  <a:cubicBezTo>
                    <a:pt x="366712" y="220508"/>
                    <a:pt x="366712" y="221491"/>
                    <a:pt x="366712" y="223458"/>
                  </a:cubicBezTo>
                  <a:cubicBezTo>
                    <a:pt x="342127" y="225425"/>
                    <a:pt x="320492" y="219524"/>
                    <a:pt x="301807" y="202807"/>
                  </a:cubicBezTo>
                  <a:cubicBezTo>
                    <a:pt x="290006" y="191989"/>
                    <a:pt x="280172" y="178221"/>
                    <a:pt x="274272" y="163470"/>
                  </a:cubicBezTo>
                  <a:cubicBezTo>
                    <a:pt x="267388" y="147736"/>
                    <a:pt x="262471" y="132001"/>
                    <a:pt x="255587" y="115283"/>
                  </a:cubicBezTo>
                  <a:cubicBezTo>
                    <a:pt x="256571" y="115283"/>
                    <a:pt x="257554" y="115283"/>
                    <a:pt x="257554" y="114300"/>
                  </a:cubicBezTo>
                  <a:close/>
                  <a:moveTo>
                    <a:pt x="378924" y="26987"/>
                  </a:moveTo>
                  <a:cubicBezTo>
                    <a:pt x="393578" y="55652"/>
                    <a:pt x="407254" y="82340"/>
                    <a:pt x="409208" y="112981"/>
                  </a:cubicBezTo>
                  <a:cubicBezTo>
                    <a:pt x="411162" y="141646"/>
                    <a:pt x="401393" y="164380"/>
                    <a:pt x="381854" y="184149"/>
                  </a:cubicBezTo>
                  <a:cubicBezTo>
                    <a:pt x="359385" y="164380"/>
                    <a:pt x="347662" y="141646"/>
                    <a:pt x="349616" y="111993"/>
                  </a:cubicBezTo>
                  <a:cubicBezTo>
                    <a:pt x="351570" y="81351"/>
                    <a:pt x="364270" y="54663"/>
                    <a:pt x="378924" y="26987"/>
                  </a:cubicBezTo>
                  <a:close/>
                  <a:moveTo>
                    <a:pt x="238125" y="0"/>
                  </a:moveTo>
                  <a:cubicBezTo>
                    <a:pt x="251852" y="6900"/>
                    <a:pt x="263619" y="12815"/>
                    <a:pt x="275385" y="18730"/>
                  </a:cubicBezTo>
                  <a:cubicBezTo>
                    <a:pt x="296956" y="30559"/>
                    <a:pt x="315586" y="45346"/>
                    <a:pt x="327352" y="66047"/>
                  </a:cubicBezTo>
                  <a:cubicBezTo>
                    <a:pt x="336177" y="81820"/>
                    <a:pt x="338138" y="99564"/>
                    <a:pt x="337158" y="117308"/>
                  </a:cubicBezTo>
                  <a:cubicBezTo>
                    <a:pt x="337158" y="119280"/>
                    <a:pt x="336177" y="120265"/>
                    <a:pt x="336177" y="122237"/>
                  </a:cubicBezTo>
                  <a:cubicBezTo>
                    <a:pt x="304800" y="120265"/>
                    <a:pt x="280287" y="107450"/>
                    <a:pt x="264599" y="81820"/>
                  </a:cubicBezTo>
                  <a:cubicBezTo>
                    <a:pt x="248911" y="57175"/>
                    <a:pt x="243028" y="29573"/>
                    <a:pt x="2381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91" name="www.koppt.cn">
              <a:extLst>
                <a:ext uri="{FF2B5EF4-FFF2-40B4-BE49-F238E27FC236}">
                  <a16:creationId xmlns:a16="http://schemas.microsoft.com/office/drawing/2014/main" id="{EF2D11E6-EF27-4FD5-A00B-AA8790928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5736" y="1975682"/>
              <a:ext cx="504825" cy="813984"/>
            </a:xfrm>
            <a:custGeom>
              <a:avLst/>
              <a:gdLst>
                <a:gd name="connsiteX0" fmla="*/ 460580 w 504825"/>
                <a:gd name="connsiteY0" fmla="*/ 749708 h 813984"/>
                <a:gd name="connsiteX1" fmla="*/ 504825 w 504825"/>
                <a:gd name="connsiteY1" fmla="*/ 766671 h 813984"/>
                <a:gd name="connsiteX2" fmla="*/ 445832 w 504825"/>
                <a:gd name="connsiteY2" fmla="*/ 811575 h 813984"/>
                <a:gd name="connsiteX3" fmla="*/ 352425 w 504825"/>
                <a:gd name="connsiteY3" fmla="*/ 802594 h 813984"/>
                <a:gd name="connsiteX4" fmla="*/ 405519 w 504825"/>
                <a:gd name="connsiteY4" fmla="*/ 762680 h 813984"/>
                <a:gd name="connsiteX5" fmla="*/ 460580 w 504825"/>
                <a:gd name="connsiteY5" fmla="*/ 749708 h 813984"/>
                <a:gd name="connsiteX6" fmla="*/ 364735 w 504825"/>
                <a:gd name="connsiteY6" fmla="*/ 715339 h 813984"/>
                <a:gd name="connsiteX7" fmla="*/ 401638 w 504825"/>
                <a:gd name="connsiteY7" fmla="*/ 735330 h 813984"/>
                <a:gd name="connsiteX8" fmla="*/ 319249 w 504825"/>
                <a:gd name="connsiteY8" fmla="*/ 774337 h 813984"/>
                <a:gd name="connsiteX9" fmla="*/ 247650 w 504825"/>
                <a:gd name="connsiteY9" fmla="*/ 757759 h 813984"/>
                <a:gd name="connsiteX10" fmla="*/ 257458 w 504825"/>
                <a:gd name="connsiteY10" fmla="*/ 749957 h 813984"/>
                <a:gd name="connsiteX11" fmla="*/ 324153 w 504825"/>
                <a:gd name="connsiteY11" fmla="*/ 715826 h 813984"/>
                <a:gd name="connsiteX12" fmla="*/ 364735 w 504825"/>
                <a:gd name="connsiteY12" fmla="*/ 715339 h 813984"/>
                <a:gd name="connsiteX13" fmla="*/ 248149 w 504825"/>
                <a:gd name="connsiteY13" fmla="*/ 660513 h 813984"/>
                <a:gd name="connsiteX14" fmla="*/ 306388 w 504825"/>
                <a:gd name="connsiteY14" fmla="*/ 700495 h 813984"/>
                <a:gd name="connsiteX15" fmla="*/ 261968 w 504825"/>
                <a:gd name="connsiteY15" fmla="*/ 720973 h 813984"/>
                <a:gd name="connsiteX16" fmla="*/ 202742 w 504825"/>
                <a:gd name="connsiteY16" fmla="*/ 709271 h 813984"/>
                <a:gd name="connsiteX17" fmla="*/ 152400 w 504825"/>
                <a:gd name="connsiteY17" fmla="*/ 680991 h 813984"/>
                <a:gd name="connsiteX18" fmla="*/ 153387 w 504825"/>
                <a:gd name="connsiteY18" fmla="*/ 679041 h 813984"/>
                <a:gd name="connsiteX19" fmla="*/ 248149 w 504825"/>
                <a:gd name="connsiteY19" fmla="*/ 660513 h 813984"/>
                <a:gd name="connsiteX20" fmla="*/ 371475 w 504825"/>
                <a:gd name="connsiteY20" fmla="*/ 631825 h 813984"/>
                <a:gd name="connsiteX21" fmla="*/ 396849 w 504825"/>
                <a:gd name="connsiteY21" fmla="*/ 637756 h 813984"/>
                <a:gd name="connsiteX22" fmla="*/ 457357 w 504825"/>
                <a:gd name="connsiteY22" fmla="*/ 664444 h 813984"/>
                <a:gd name="connsiteX23" fmla="*/ 489562 w 504825"/>
                <a:gd name="connsiteY23" fmla="*/ 732646 h 813984"/>
                <a:gd name="connsiteX24" fmla="*/ 425151 w 504825"/>
                <a:gd name="connsiteY24" fmla="*/ 715843 h 813984"/>
                <a:gd name="connsiteX25" fmla="*/ 371475 w 504825"/>
                <a:gd name="connsiteY25" fmla="*/ 631825 h 813984"/>
                <a:gd name="connsiteX26" fmla="*/ 121911 w 504825"/>
                <a:gd name="connsiteY26" fmla="*/ 585849 h 813984"/>
                <a:gd name="connsiteX27" fmla="*/ 168475 w 504825"/>
                <a:gd name="connsiteY27" fmla="*/ 590921 h 813984"/>
                <a:gd name="connsiteX28" fmla="*/ 222251 w 504825"/>
                <a:gd name="connsiteY28" fmla="*/ 642381 h 813984"/>
                <a:gd name="connsiteX29" fmla="*/ 191941 w 504825"/>
                <a:gd name="connsiteY29" fmla="*/ 653266 h 813984"/>
                <a:gd name="connsiteX30" fmla="*/ 131322 w 504825"/>
                <a:gd name="connsiteY30" fmla="*/ 640401 h 813984"/>
                <a:gd name="connsiteX31" fmla="*/ 74613 w 504825"/>
                <a:gd name="connsiteY31" fmla="*/ 591911 h 813984"/>
                <a:gd name="connsiteX32" fmla="*/ 121911 w 504825"/>
                <a:gd name="connsiteY32" fmla="*/ 585849 h 813984"/>
                <a:gd name="connsiteX33" fmla="*/ 299889 w 504825"/>
                <a:gd name="connsiteY33" fmla="*/ 554037 h 813984"/>
                <a:gd name="connsiteX34" fmla="*/ 362204 w 504825"/>
                <a:gd name="connsiteY34" fmla="*/ 644588 h 813984"/>
                <a:gd name="connsiteX35" fmla="*/ 349546 w 504825"/>
                <a:gd name="connsiteY35" fmla="*/ 701674 h 813984"/>
                <a:gd name="connsiteX36" fmla="*/ 298916 w 504825"/>
                <a:gd name="connsiteY36" fmla="*/ 640651 h 813984"/>
                <a:gd name="connsiteX37" fmla="*/ 299889 w 504825"/>
                <a:gd name="connsiteY37" fmla="*/ 554037 h 813984"/>
                <a:gd name="connsiteX38" fmla="*/ 19050 w 504825"/>
                <a:gd name="connsiteY38" fmla="*/ 493712 h 813984"/>
                <a:gd name="connsiteX39" fmla="*/ 53273 w 504825"/>
                <a:gd name="connsiteY39" fmla="*/ 495683 h 813984"/>
                <a:gd name="connsiteX40" fmla="*/ 96297 w 504825"/>
                <a:gd name="connsiteY40" fmla="*/ 504551 h 813984"/>
                <a:gd name="connsiteX41" fmla="*/ 153988 w 504825"/>
                <a:gd name="connsiteY41" fmla="*/ 570569 h 813984"/>
                <a:gd name="connsiteX42" fmla="*/ 80652 w 504825"/>
                <a:gd name="connsiteY42" fmla="*/ 562686 h 813984"/>
                <a:gd name="connsiteX43" fmla="*/ 19050 w 504825"/>
                <a:gd name="connsiteY43" fmla="*/ 493712 h 813984"/>
                <a:gd name="connsiteX44" fmla="*/ 249333 w 504825"/>
                <a:gd name="connsiteY44" fmla="*/ 492125 h 813984"/>
                <a:gd name="connsiteX45" fmla="*/ 280182 w 504825"/>
                <a:gd name="connsiteY45" fmla="*/ 573177 h 813984"/>
                <a:gd name="connsiteX46" fmla="*/ 250328 w 504825"/>
                <a:gd name="connsiteY46" fmla="*/ 649287 h 813984"/>
                <a:gd name="connsiteX47" fmla="*/ 220473 w 504825"/>
                <a:gd name="connsiteY47" fmla="*/ 595911 h 813984"/>
                <a:gd name="connsiteX48" fmla="*/ 233410 w 504825"/>
                <a:gd name="connsiteY48" fmla="*/ 525732 h 813984"/>
                <a:gd name="connsiteX49" fmla="*/ 249333 w 504825"/>
                <a:gd name="connsiteY49" fmla="*/ 492125 h 813984"/>
                <a:gd name="connsiteX50" fmla="*/ 203454 w 504825"/>
                <a:gd name="connsiteY50" fmla="*/ 427037 h 813984"/>
                <a:gd name="connsiteX51" fmla="*/ 218294 w 504825"/>
                <a:gd name="connsiteY51" fmla="*/ 513561 h 813984"/>
                <a:gd name="connsiteX52" fmla="*/ 174764 w 504825"/>
                <a:gd name="connsiteY52" fmla="*/ 579437 h 813984"/>
                <a:gd name="connsiteX53" fmla="*/ 159924 w 504825"/>
                <a:gd name="connsiteY53" fmla="*/ 552890 h 813984"/>
                <a:gd name="connsiteX54" fmla="*/ 160913 w 504825"/>
                <a:gd name="connsiteY54" fmla="*/ 497829 h 813984"/>
                <a:gd name="connsiteX55" fmla="*/ 203454 w 504825"/>
                <a:gd name="connsiteY55" fmla="*/ 427037 h 813984"/>
                <a:gd name="connsiteX56" fmla="*/ 1959 w 504825"/>
                <a:gd name="connsiteY56" fmla="*/ 396875 h 813984"/>
                <a:gd name="connsiteX57" fmla="*/ 95039 w 504825"/>
                <a:gd name="connsiteY57" fmla="*/ 428176 h 813984"/>
                <a:gd name="connsiteX58" fmla="*/ 125413 w 504825"/>
                <a:gd name="connsiteY58" fmla="*/ 488821 h 813984"/>
                <a:gd name="connsiteX59" fmla="*/ 61727 w 504825"/>
                <a:gd name="connsiteY59" fmla="*/ 478061 h 813984"/>
                <a:gd name="connsiteX60" fmla="*/ 23515 w 504825"/>
                <a:gd name="connsiteY60" fmla="*/ 438935 h 813984"/>
                <a:gd name="connsiteX61" fmla="*/ 0 w 504825"/>
                <a:gd name="connsiteY61" fmla="*/ 398831 h 813984"/>
                <a:gd name="connsiteX62" fmla="*/ 1959 w 504825"/>
                <a:gd name="connsiteY62" fmla="*/ 396875 h 813984"/>
                <a:gd name="connsiteX63" fmla="*/ 180715 w 504825"/>
                <a:gd name="connsiteY63" fmla="*/ 320675 h 813984"/>
                <a:gd name="connsiteX64" fmla="*/ 186586 w 504825"/>
                <a:gd name="connsiteY64" fmla="*/ 354054 h 813984"/>
                <a:gd name="connsiteX65" fmla="*/ 184629 w 504825"/>
                <a:gd name="connsiteY65" fmla="*/ 414922 h 813984"/>
                <a:gd name="connsiteX66" fmla="*/ 135699 w 504825"/>
                <a:gd name="connsiteY66" fmla="*/ 469900 h 813984"/>
                <a:gd name="connsiteX67" fmla="*/ 124934 w 504825"/>
                <a:gd name="connsiteY67" fmla="*/ 402160 h 813984"/>
                <a:gd name="connsiteX68" fmla="*/ 180715 w 504825"/>
                <a:gd name="connsiteY68" fmla="*/ 320675 h 813984"/>
                <a:gd name="connsiteX69" fmla="*/ 14288 w 504825"/>
                <a:gd name="connsiteY69" fmla="*/ 273050 h 813984"/>
                <a:gd name="connsiteX70" fmla="*/ 27074 w 504825"/>
                <a:gd name="connsiteY70" fmla="*/ 280894 h 813984"/>
                <a:gd name="connsiteX71" fmla="*/ 75269 w 504825"/>
                <a:gd name="connsiteY71" fmla="*/ 317173 h 813984"/>
                <a:gd name="connsiteX72" fmla="*/ 96907 w 504825"/>
                <a:gd name="connsiteY72" fmla="*/ 401497 h 813984"/>
                <a:gd name="connsiteX73" fmla="*/ 95924 w 504825"/>
                <a:gd name="connsiteY73" fmla="*/ 406400 h 813984"/>
                <a:gd name="connsiteX74" fmla="*/ 35926 w 504825"/>
                <a:gd name="connsiteY74" fmla="*/ 364238 h 813984"/>
                <a:gd name="connsiteX75" fmla="*/ 17239 w 504825"/>
                <a:gd name="connsiteY75" fmla="*/ 298543 h 813984"/>
                <a:gd name="connsiteX76" fmla="*/ 14288 w 504825"/>
                <a:gd name="connsiteY76" fmla="*/ 273050 h 813984"/>
                <a:gd name="connsiteX77" fmla="*/ 185738 w 504825"/>
                <a:gd name="connsiteY77" fmla="*/ 219075 h 813984"/>
                <a:gd name="connsiteX78" fmla="*/ 168128 w 504825"/>
                <a:gd name="connsiteY78" fmla="*/ 311966 h 813984"/>
                <a:gd name="connsiteX79" fmla="*/ 108448 w 504825"/>
                <a:gd name="connsiteY79" fmla="*/ 354012 h 813984"/>
                <a:gd name="connsiteX80" fmla="*/ 112362 w 504825"/>
                <a:gd name="connsiteY80" fmla="*/ 288499 h 813984"/>
                <a:gd name="connsiteX81" fmla="*/ 165193 w 504825"/>
                <a:gd name="connsiteY81" fmla="*/ 233742 h 813984"/>
                <a:gd name="connsiteX82" fmla="*/ 185738 w 504825"/>
                <a:gd name="connsiteY82" fmla="*/ 219075 h 813984"/>
                <a:gd name="connsiteX83" fmla="*/ 62253 w 504825"/>
                <a:gd name="connsiteY83" fmla="*/ 144462 h 813984"/>
                <a:gd name="connsiteX84" fmla="*/ 69079 w 504825"/>
                <a:gd name="connsiteY84" fmla="*/ 152277 h 813984"/>
                <a:gd name="connsiteX85" fmla="*/ 106136 w 504825"/>
                <a:gd name="connsiteY85" fmla="*/ 214800 h 813984"/>
                <a:gd name="connsiteX86" fmla="*/ 90533 w 504825"/>
                <a:gd name="connsiteY86" fmla="*/ 296862 h 813984"/>
                <a:gd name="connsiteX87" fmla="*/ 48600 w 504825"/>
                <a:gd name="connsiteY87" fmla="*/ 225546 h 813984"/>
                <a:gd name="connsiteX88" fmla="*/ 62253 w 504825"/>
                <a:gd name="connsiteY88" fmla="*/ 144462 h 813984"/>
                <a:gd name="connsiteX89" fmla="*/ 247651 w 504825"/>
                <a:gd name="connsiteY89" fmla="*/ 111125 h 813984"/>
                <a:gd name="connsiteX90" fmla="*/ 201181 w 504825"/>
                <a:gd name="connsiteY90" fmla="*/ 200615 h 813984"/>
                <a:gd name="connsiteX91" fmla="*/ 135927 w 504825"/>
                <a:gd name="connsiteY91" fmla="*/ 220283 h 813984"/>
                <a:gd name="connsiteX92" fmla="*/ 141859 w 504825"/>
                <a:gd name="connsiteY92" fmla="*/ 183897 h 813984"/>
                <a:gd name="connsiteX93" fmla="*/ 173498 w 504825"/>
                <a:gd name="connsiteY93" fmla="*/ 143577 h 813984"/>
                <a:gd name="connsiteX94" fmla="*/ 247651 w 504825"/>
                <a:gd name="connsiteY94" fmla="*/ 111125 h 813984"/>
                <a:gd name="connsiteX95" fmla="*/ 124313 w 504825"/>
                <a:gd name="connsiteY95" fmla="*/ 25400 h 813984"/>
                <a:gd name="connsiteX96" fmla="*/ 153621 w 504825"/>
                <a:gd name="connsiteY96" fmla="*/ 119332 h 813984"/>
                <a:gd name="connsiteX97" fmla="*/ 122359 w 504825"/>
                <a:gd name="connsiteY97" fmla="*/ 180975 h 813984"/>
                <a:gd name="connsiteX98" fmla="*/ 94029 w 504825"/>
                <a:gd name="connsiteY98" fmla="*/ 124224 h 813984"/>
                <a:gd name="connsiteX99" fmla="*/ 113567 w 504825"/>
                <a:gd name="connsiteY99" fmla="*/ 45948 h 813984"/>
                <a:gd name="connsiteX100" fmla="*/ 124313 w 504825"/>
                <a:gd name="connsiteY100" fmla="*/ 25400 h 813984"/>
                <a:gd name="connsiteX101" fmla="*/ 265113 w 504825"/>
                <a:gd name="connsiteY101" fmla="*/ 0 h 813984"/>
                <a:gd name="connsiteX102" fmla="*/ 221711 w 504825"/>
                <a:gd name="connsiteY102" fmla="*/ 101032 h 813984"/>
                <a:gd name="connsiteX103" fmla="*/ 166472 w 504825"/>
                <a:gd name="connsiteY103" fmla="*/ 120650 h 813984"/>
                <a:gd name="connsiteX104" fmla="*/ 175350 w 504825"/>
                <a:gd name="connsiteY104" fmla="*/ 64739 h 813984"/>
                <a:gd name="connsiteX105" fmla="*/ 204942 w 504825"/>
                <a:gd name="connsiteY105" fmla="*/ 32369 h 813984"/>
                <a:gd name="connsiteX106" fmla="*/ 265113 w 504825"/>
                <a:gd name="connsiteY106" fmla="*/ 0 h 81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504825" h="813984">
                  <a:moveTo>
                    <a:pt x="460580" y="749708"/>
                  </a:moveTo>
                  <a:cubicBezTo>
                    <a:pt x="476312" y="750706"/>
                    <a:pt x="491060" y="757691"/>
                    <a:pt x="504825" y="766671"/>
                  </a:cubicBezTo>
                  <a:cubicBezTo>
                    <a:pt x="491060" y="790620"/>
                    <a:pt x="472379" y="806586"/>
                    <a:pt x="445832" y="811575"/>
                  </a:cubicBezTo>
                  <a:cubicBezTo>
                    <a:pt x="414368" y="817562"/>
                    <a:pt x="383888" y="811575"/>
                    <a:pt x="352425" y="802594"/>
                  </a:cubicBezTo>
                  <a:cubicBezTo>
                    <a:pt x="370123" y="787626"/>
                    <a:pt x="386838" y="772659"/>
                    <a:pt x="405519" y="762680"/>
                  </a:cubicBezTo>
                  <a:cubicBezTo>
                    <a:pt x="422234" y="752701"/>
                    <a:pt x="440915" y="747712"/>
                    <a:pt x="460580" y="749708"/>
                  </a:cubicBezTo>
                  <a:close/>
                  <a:moveTo>
                    <a:pt x="364735" y="715339"/>
                  </a:moveTo>
                  <a:cubicBezTo>
                    <a:pt x="377608" y="718752"/>
                    <a:pt x="389868" y="725578"/>
                    <a:pt x="401638" y="735330"/>
                  </a:cubicBezTo>
                  <a:cubicBezTo>
                    <a:pt x="381041" y="764585"/>
                    <a:pt x="353578" y="776287"/>
                    <a:pt x="319249" y="774337"/>
                  </a:cubicBezTo>
                  <a:cubicBezTo>
                    <a:pt x="294729" y="773362"/>
                    <a:pt x="272170" y="766535"/>
                    <a:pt x="247650" y="757759"/>
                  </a:cubicBezTo>
                  <a:cubicBezTo>
                    <a:pt x="251573" y="754833"/>
                    <a:pt x="254516" y="751908"/>
                    <a:pt x="257458" y="749957"/>
                  </a:cubicBezTo>
                  <a:cubicBezTo>
                    <a:pt x="278055" y="735330"/>
                    <a:pt x="298652" y="721677"/>
                    <a:pt x="324153" y="715826"/>
                  </a:cubicBezTo>
                  <a:cubicBezTo>
                    <a:pt x="338375" y="711925"/>
                    <a:pt x="351861" y="711925"/>
                    <a:pt x="364735" y="715339"/>
                  </a:cubicBezTo>
                  <a:close/>
                  <a:moveTo>
                    <a:pt x="248149" y="660513"/>
                  </a:moveTo>
                  <a:cubicBezTo>
                    <a:pt x="270852" y="664413"/>
                    <a:pt x="292568" y="679041"/>
                    <a:pt x="306388" y="700495"/>
                  </a:cubicBezTo>
                  <a:cubicBezTo>
                    <a:pt x="293556" y="711222"/>
                    <a:pt x="278749" y="718048"/>
                    <a:pt x="261968" y="720973"/>
                  </a:cubicBezTo>
                  <a:cubicBezTo>
                    <a:pt x="241239" y="723899"/>
                    <a:pt x="221497" y="719023"/>
                    <a:pt x="202742" y="709271"/>
                  </a:cubicBezTo>
                  <a:cubicBezTo>
                    <a:pt x="185961" y="701470"/>
                    <a:pt x="169181" y="690743"/>
                    <a:pt x="152400" y="680991"/>
                  </a:cubicBezTo>
                  <a:cubicBezTo>
                    <a:pt x="152400" y="680016"/>
                    <a:pt x="152400" y="679041"/>
                    <a:pt x="153387" y="679041"/>
                  </a:cubicBezTo>
                  <a:cubicBezTo>
                    <a:pt x="183987" y="667339"/>
                    <a:pt x="214587" y="655637"/>
                    <a:pt x="248149" y="660513"/>
                  </a:cubicBezTo>
                  <a:close/>
                  <a:moveTo>
                    <a:pt x="371475" y="631825"/>
                  </a:moveTo>
                  <a:cubicBezTo>
                    <a:pt x="381234" y="633802"/>
                    <a:pt x="389042" y="635779"/>
                    <a:pt x="396849" y="637756"/>
                  </a:cubicBezTo>
                  <a:cubicBezTo>
                    <a:pt x="418320" y="642698"/>
                    <a:pt x="439790" y="650605"/>
                    <a:pt x="457357" y="664444"/>
                  </a:cubicBezTo>
                  <a:cubicBezTo>
                    <a:pt x="477851" y="680259"/>
                    <a:pt x="490538" y="705958"/>
                    <a:pt x="489562" y="732646"/>
                  </a:cubicBezTo>
                  <a:cubicBezTo>
                    <a:pt x="466140" y="736600"/>
                    <a:pt x="443694" y="731658"/>
                    <a:pt x="425151" y="715843"/>
                  </a:cubicBezTo>
                  <a:cubicBezTo>
                    <a:pt x="398801" y="695085"/>
                    <a:pt x="385138" y="664444"/>
                    <a:pt x="371475" y="631825"/>
                  </a:cubicBezTo>
                  <a:close/>
                  <a:moveTo>
                    <a:pt x="121911" y="585849"/>
                  </a:moveTo>
                  <a:cubicBezTo>
                    <a:pt x="137432" y="584983"/>
                    <a:pt x="152832" y="585973"/>
                    <a:pt x="168475" y="590921"/>
                  </a:cubicBezTo>
                  <a:cubicBezTo>
                    <a:pt x="193897" y="598838"/>
                    <a:pt x="210518" y="616651"/>
                    <a:pt x="222251" y="642381"/>
                  </a:cubicBezTo>
                  <a:cubicBezTo>
                    <a:pt x="212474" y="648318"/>
                    <a:pt x="202696" y="651287"/>
                    <a:pt x="191941" y="653266"/>
                  </a:cubicBezTo>
                  <a:cubicBezTo>
                    <a:pt x="169453" y="657225"/>
                    <a:pt x="149898" y="651287"/>
                    <a:pt x="131322" y="640401"/>
                  </a:cubicBezTo>
                  <a:cubicBezTo>
                    <a:pt x="109811" y="627537"/>
                    <a:pt x="92212" y="610713"/>
                    <a:pt x="74613" y="591911"/>
                  </a:cubicBezTo>
                  <a:cubicBezTo>
                    <a:pt x="90746" y="589437"/>
                    <a:pt x="106389" y="586715"/>
                    <a:pt x="121911" y="585849"/>
                  </a:cubicBezTo>
                  <a:close/>
                  <a:moveTo>
                    <a:pt x="299889" y="554037"/>
                  </a:moveTo>
                  <a:cubicBezTo>
                    <a:pt x="327152" y="580612"/>
                    <a:pt x="355388" y="605218"/>
                    <a:pt x="362204" y="644588"/>
                  </a:cubicBezTo>
                  <a:cubicBezTo>
                    <a:pt x="365125" y="664272"/>
                    <a:pt x="360257" y="683957"/>
                    <a:pt x="349546" y="701674"/>
                  </a:cubicBezTo>
                  <a:cubicBezTo>
                    <a:pt x="323257" y="689863"/>
                    <a:pt x="305731" y="669194"/>
                    <a:pt x="298916" y="640651"/>
                  </a:cubicBezTo>
                  <a:cubicBezTo>
                    <a:pt x="292100" y="613092"/>
                    <a:pt x="295021" y="584549"/>
                    <a:pt x="299889" y="554037"/>
                  </a:cubicBezTo>
                  <a:close/>
                  <a:moveTo>
                    <a:pt x="19050" y="493712"/>
                  </a:moveTo>
                  <a:cubicBezTo>
                    <a:pt x="31761" y="493712"/>
                    <a:pt x="42517" y="493712"/>
                    <a:pt x="53273" y="495683"/>
                  </a:cubicBezTo>
                  <a:cubicBezTo>
                    <a:pt x="67940" y="497653"/>
                    <a:pt x="82608" y="499624"/>
                    <a:pt x="96297" y="504551"/>
                  </a:cubicBezTo>
                  <a:cubicBezTo>
                    <a:pt x="128565" y="514404"/>
                    <a:pt x="146165" y="538052"/>
                    <a:pt x="153988" y="570569"/>
                  </a:cubicBezTo>
                  <a:cubicBezTo>
                    <a:pt x="127587" y="579437"/>
                    <a:pt x="103142" y="577466"/>
                    <a:pt x="80652" y="562686"/>
                  </a:cubicBezTo>
                  <a:cubicBezTo>
                    <a:pt x="54251" y="545935"/>
                    <a:pt x="36650" y="521302"/>
                    <a:pt x="19050" y="493712"/>
                  </a:cubicBezTo>
                  <a:close/>
                  <a:moveTo>
                    <a:pt x="249333" y="492125"/>
                  </a:moveTo>
                  <a:cubicBezTo>
                    <a:pt x="263265" y="518813"/>
                    <a:pt x="277197" y="543524"/>
                    <a:pt x="280182" y="573177"/>
                  </a:cubicBezTo>
                  <a:cubicBezTo>
                    <a:pt x="284163" y="603819"/>
                    <a:pt x="272221" y="628530"/>
                    <a:pt x="250328" y="649287"/>
                  </a:cubicBezTo>
                  <a:cubicBezTo>
                    <a:pt x="233410" y="634460"/>
                    <a:pt x="223459" y="617657"/>
                    <a:pt x="220473" y="595911"/>
                  </a:cubicBezTo>
                  <a:cubicBezTo>
                    <a:pt x="217488" y="571200"/>
                    <a:pt x="223459" y="547478"/>
                    <a:pt x="233410" y="525732"/>
                  </a:cubicBezTo>
                  <a:cubicBezTo>
                    <a:pt x="237391" y="514859"/>
                    <a:pt x="243362" y="504975"/>
                    <a:pt x="249333" y="492125"/>
                  </a:cubicBezTo>
                  <a:close/>
                  <a:moveTo>
                    <a:pt x="203454" y="427037"/>
                  </a:moveTo>
                  <a:cubicBezTo>
                    <a:pt x="213347" y="455550"/>
                    <a:pt x="222251" y="484064"/>
                    <a:pt x="218294" y="513561"/>
                  </a:cubicBezTo>
                  <a:cubicBezTo>
                    <a:pt x="215326" y="543058"/>
                    <a:pt x="202464" y="562722"/>
                    <a:pt x="174764" y="579437"/>
                  </a:cubicBezTo>
                  <a:cubicBezTo>
                    <a:pt x="167838" y="571571"/>
                    <a:pt x="163881" y="562722"/>
                    <a:pt x="159924" y="552890"/>
                  </a:cubicBezTo>
                  <a:cubicBezTo>
                    <a:pt x="153988" y="535192"/>
                    <a:pt x="154977" y="516510"/>
                    <a:pt x="160913" y="497829"/>
                  </a:cubicBezTo>
                  <a:cubicBezTo>
                    <a:pt x="168828" y="471282"/>
                    <a:pt x="184657" y="449651"/>
                    <a:pt x="203454" y="427037"/>
                  </a:cubicBezTo>
                  <a:close/>
                  <a:moveTo>
                    <a:pt x="1959" y="396875"/>
                  </a:moveTo>
                  <a:cubicBezTo>
                    <a:pt x="35272" y="401766"/>
                    <a:pt x="68585" y="406656"/>
                    <a:pt x="95039" y="428176"/>
                  </a:cubicBezTo>
                  <a:cubicBezTo>
                    <a:pt x="114635" y="443826"/>
                    <a:pt x="122474" y="464367"/>
                    <a:pt x="125413" y="488821"/>
                  </a:cubicBezTo>
                  <a:cubicBezTo>
                    <a:pt x="102878" y="493712"/>
                    <a:pt x="81322" y="490777"/>
                    <a:pt x="61727" y="478061"/>
                  </a:cubicBezTo>
                  <a:cubicBezTo>
                    <a:pt x="46050" y="468280"/>
                    <a:pt x="33313" y="454586"/>
                    <a:pt x="23515" y="438935"/>
                  </a:cubicBezTo>
                  <a:cubicBezTo>
                    <a:pt x="15676" y="425241"/>
                    <a:pt x="7838" y="411547"/>
                    <a:pt x="0" y="398831"/>
                  </a:cubicBezTo>
                  <a:cubicBezTo>
                    <a:pt x="980" y="397853"/>
                    <a:pt x="980" y="397853"/>
                    <a:pt x="1959" y="396875"/>
                  </a:cubicBezTo>
                  <a:close/>
                  <a:moveTo>
                    <a:pt x="180715" y="320675"/>
                  </a:moveTo>
                  <a:cubicBezTo>
                    <a:pt x="182672" y="333438"/>
                    <a:pt x="184629" y="343255"/>
                    <a:pt x="186586" y="354054"/>
                  </a:cubicBezTo>
                  <a:cubicBezTo>
                    <a:pt x="189522" y="374671"/>
                    <a:pt x="190501" y="394306"/>
                    <a:pt x="184629" y="414922"/>
                  </a:cubicBezTo>
                  <a:cubicBezTo>
                    <a:pt x="177779" y="441429"/>
                    <a:pt x="160164" y="458119"/>
                    <a:pt x="135699" y="469900"/>
                  </a:cubicBezTo>
                  <a:cubicBezTo>
                    <a:pt x="122977" y="448302"/>
                    <a:pt x="119063" y="425721"/>
                    <a:pt x="124934" y="402160"/>
                  </a:cubicBezTo>
                  <a:cubicBezTo>
                    <a:pt x="134721" y="369762"/>
                    <a:pt x="157228" y="346200"/>
                    <a:pt x="180715" y="320675"/>
                  </a:cubicBezTo>
                  <a:close/>
                  <a:moveTo>
                    <a:pt x="14288" y="273050"/>
                  </a:moveTo>
                  <a:cubicBezTo>
                    <a:pt x="20189" y="275991"/>
                    <a:pt x="24124" y="277952"/>
                    <a:pt x="27074" y="280894"/>
                  </a:cubicBezTo>
                  <a:cubicBezTo>
                    <a:pt x="44778" y="290699"/>
                    <a:pt x="60515" y="302465"/>
                    <a:pt x="75269" y="317173"/>
                  </a:cubicBezTo>
                  <a:cubicBezTo>
                    <a:pt x="97891" y="340705"/>
                    <a:pt x="104776" y="369140"/>
                    <a:pt x="96907" y="401497"/>
                  </a:cubicBezTo>
                  <a:cubicBezTo>
                    <a:pt x="96907" y="402478"/>
                    <a:pt x="95924" y="403458"/>
                    <a:pt x="95924" y="406400"/>
                  </a:cubicBezTo>
                  <a:cubicBezTo>
                    <a:pt x="69368" y="400517"/>
                    <a:pt x="48713" y="386790"/>
                    <a:pt x="35926" y="364238"/>
                  </a:cubicBezTo>
                  <a:cubicBezTo>
                    <a:pt x="24124" y="343647"/>
                    <a:pt x="19206" y="321095"/>
                    <a:pt x="17239" y="298543"/>
                  </a:cubicBezTo>
                  <a:cubicBezTo>
                    <a:pt x="16255" y="290699"/>
                    <a:pt x="15271" y="282855"/>
                    <a:pt x="14288" y="273050"/>
                  </a:cubicBezTo>
                  <a:close/>
                  <a:moveTo>
                    <a:pt x="185738" y="219075"/>
                  </a:moveTo>
                  <a:cubicBezTo>
                    <a:pt x="184760" y="252320"/>
                    <a:pt x="184760" y="283610"/>
                    <a:pt x="168128" y="311966"/>
                  </a:cubicBezTo>
                  <a:cubicBezTo>
                    <a:pt x="155409" y="335434"/>
                    <a:pt x="134864" y="348145"/>
                    <a:pt x="108448" y="354012"/>
                  </a:cubicBezTo>
                  <a:cubicBezTo>
                    <a:pt x="101600" y="331522"/>
                    <a:pt x="102578" y="310011"/>
                    <a:pt x="112362" y="288499"/>
                  </a:cubicBezTo>
                  <a:cubicBezTo>
                    <a:pt x="124102" y="265032"/>
                    <a:pt x="143669" y="248409"/>
                    <a:pt x="165193" y="233742"/>
                  </a:cubicBezTo>
                  <a:cubicBezTo>
                    <a:pt x="171063" y="228853"/>
                    <a:pt x="177911" y="224942"/>
                    <a:pt x="185738" y="219075"/>
                  </a:cubicBezTo>
                  <a:close/>
                  <a:moveTo>
                    <a:pt x="62253" y="144462"/>
                  </a:moveTo>
                  <a:cubicBezTo>
                    <a:pt x="65178" y="147393"/>
                    <a:pt x="67129" y="150323"/>
                    <a:pt x="69079" y="152277"/>
                  </a:cubicBezTo>
                  <a:cubicBezTo>
                    <a:pt x="83707" y="171816"/>
                    <a:pt x="98335" y="191354"/>
                    <a:pt x="106136" y="214800"/>
                  </a:cubicBezTo>
                  <a:cubicBezTo>
                    <a:pt x="115888" y="243131"/>
                    <a:pt x="110037" y="275370"/>
                    <a:pt x="90533" y="296862"/>
                  </a:cubicBezTo>
                  <a:cubicBezTo>
                    <a:pt x="64203" y="280254"/>
                    <a:pt x="50550" y="255831"/>
                    <a:pt x="48600" y="225546"/>
                  </a:cubicBezTo>
                  <a:cubicBezTo>
                    <a:pt x="47625" y="198193"/>
                    <a:pt x="54451" y="171816"/>
                    <a:pt x="62253" y="144462"/>
                  </a:cubicBezTo>
                  <a:close/>
                  <a:moveTo>
                    <a:pt x="247651" y="111125"/>
                  </a:moveTo>
                  <a:cubicBezTo>
                    <a:pt x="236775" y="144561"/>
                    <a:pt x="226888" y="177013"/>
                    <a:pt x="201181" y="200615"/>
                  </a:cubicBezTo>
                  <a:cubicBezTo>
                    <a:pt x="182396" y="216349"/>
                    <a:pt x="160644" y="222250"/>
                    <a:pt x="135927" y="220283"/>
                  </a:cubicBezTo>
                  <a:cubicBezTo>
                    <a:pt x="134938" y="207499"/>
                    <a:pt x="136915" y="195698"/>
                    <a:pt x="141859" y="183897"/>
                  </a:cubicBezTo>
                  <a:cubicBezTo>
                    <a:pt x="147791" y="167179"/>
                    <a:pt x="158667" y="154395"/>
                    <a:pt x="173498" y="143577"/>
                  </a:cubicBezTo>
                  <a:cubicBezTo>
                    <a:pt x="195249" y="127843"/>
                    <a:pt x="219967" y="118992"/>
                    <a:pt x="247651" y="111125"/>
                  </a:cubicBezTo>
                  <a:close/>
                  <a:moveTo>
                    <a:pt x="124313" y="25400"/>
                  </a:moveTo>
                  <a:cubicBezTo>
                    <a:pt x="139944" y="56711"/>
                    <a:pt x="155575" y="85086"/>
                    <a:pt x="153621" y="119332"/>
                  </a:cubicBezTo>
                  <a:cubicBezTo>
                    <a:pt x="152644" y="144772"/>
                    <a:pt x="140921" y="164341"/>
                    <a:pt x="122359" y="180975"/>
                  </a:cubicBezTo>
                  <a:cubicBezTo>
                    <a:pt x="105752" y="165320"/>
                    <a:pt x="95983" y="146729"/>
                    <a:pt x="94029" y="124224"/>
                  </a:cubicBezTo>
                  <a:cubicBezTo>
                    <a:pt x="92075" y="95849"/>
                    <a:pt x="101844" y="71387"/>
                    <a:pt x="113567" y="45948"/>
                  </a:cubicBezTo>
                  <a:cubicBezTo>
                    <a:pt x="117475" y="40077"/>
                    <a:pt x="120406" y="33228"/>
                    <a:pt x="124313" y="25400"/>
                  </a:cubicBezTo>
                  <a:close/>
                  <a:moveTo>
                    <a:pt x="265113" y="0"/>
                  </a:moveTo>
                  <a:cubicBezTo>
                    <a:pt x="257222" y="37274"/>
                    <a:pt x="251303" y="74548"/>
                    <a:pt x="221711" y="101032"/>
                  </a:cubicBezTo>
                  <a:cubicBezTo>
                    <a:pt x="205928" y="113784"/>
                    <a:pt x="187187" y="119669"/>
                    <a:pt x="166472" y="120650"/>
                  </a:cubicBezTo>
                  <a:cubicBezTo>
                    <a:pt x="163513" y="101032"/>
                    <a:pt x="166472" y="82395"/>
                    <a:pt x="175350" y="64739"/>
                  </a:cubicBezTo>
                  <a:cubicBezTo>
                    <a:pt x="183241" y="51987"/>
                    <a:pt x="193105" y="41197"/>
                    <a:pt x="204942" y="32369"/>
                  </a:cubicBezTo>
                  <a:cubicBezTo>
                    <a:pt x="223684" y="18637"/>
                    <a:pt x="243412" y="8828"/>
                    <a:pt x="2651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AB4D23BD-F845-ACAA-BE84-8668799A5C8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" r="910"/>
          <a:stretch/>
        </p:blipFill>
        <p:spPr>
          <a:xfrm>
            <a:off x="9335008" y="4140346"/>
            <a:ext cx="1219200" cy="175640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80476DF-CE73-9AF4-95C0-C6A8F3A6B26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" r="914"/>
          <a:stretch/>
        </p:blipFill>
        <p:spPr>
          <a:xfrm>
            <a:off x="5478581" y="1656883"/>
            <a:ext cx="1219200" cy="175640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B0BF05D-9178-DB35-64B6-3FD66C2AEC1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" r="914"/>
          <a:stretch/>
        </p:blipFill>
        <p:spPr>
          <a:xfrm>
            <a:off x="9335008" y="1656883"/>
            <a:ext cx="1219200" cy="175640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54F9332-6237-2F4D-CF57-95E70A067383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" r="914"/>
          <a:stretch/>
        </p:blipFill>
        <p:spPr>
          <a:xfrm>
            <a:off x="1622154" y="4140346"/>
            <a:ext cx="1219200" cy="175640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DE87ED9-99B3-1FF4-F8E2-0F1F0EA5C687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" r="914"/>
          <a:stretch/>
        </p:blipFill>
        <p:spPr>
          <a:xfrm>
            <a:off x="5478581" y="4140346"/>
            <a:ext cx="1219200" cy="175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19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4167BBC-4265-447E-B485-A1D961AFE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DD5D6C7-A171-459E-8DBE-3AD286531F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82" b="2484"/>
          <a:stretch/>
        </p:blipFill>
        <p:spPr>
          <a:xfrm flipH="1">
            <a:off x="0" y="-346816"/>
            <a:ext cx="8141370" cy="7204816"/>
          </a:xfrm>
          <a:custGeom>
            <a:avLst/>
            <a:gdLst>
              <a:gd name="connsiteX0" fmla="*/ 0 w 8422105"/>
              <a:gd name="connsiteY0" fmla="*/ 0 h 7037261"/>
              <a:gd name="connsiteX1" fmla="*/ 8422105 w 8422105"/>
              <a:gd name="connsiteY1" fmla="*/ 0 h 7037261"/>
              <a:gd name="connsiteX2" fmla="*/ 8422105 w 8422105"/>
              <a:gd name="connsiteY2" fmla="*/ 7037261 h 7037261"/>
              <a:gd name="connsiteX3" fmla="*/ 0 w 8422105"/>
              <a:gd name="connsiteY3" fmla="*/ 7037261 h 703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22105" h="7037261">
                <a:moveTo>
                  <a:pt x="0" y="0"/>
                </a:moveTo>
                <a:lnTo>
                  <a:pt x="8422105" y="0"/>
                </a:lnTo>
                <a:lnTo>
                  <a:pt x="8422105" y="7037261"/>
                </a:lnTo>
                <a:lnTo>
                  <a:pt x="0" y="7037261"/>
                </a:lnTo>
                <a:close/>
              </a:path>
            </a:pathLst>
          </a:custGeom>
          <a:ln>
            <a:noFill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A9538A1-5AE3-4EEE-933A-5F4B047AC429}"/>
              </a:ext>
            </a:extLst>
          </p:cNvPr>
          <p:cNvSpPr/>
          <p:nvPr/>
        </p:nvSpPr>
        <p:spPr>
          <a:xfrm>
            <a:off x="7838148" y="1685884"/>
            <a:ext cx="3352520" cy="1955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3900" dirty="0">
                <a:solidFill>
                  <a:schemeClr val="lt1">
                    <a:alpha val="25000"/>
                  </a:schemeClr>
                </a:solidFill>
                <a:latin typeface="Impact" panose="020B0806030902050204" pitchFamily="34" charset="0"/>
                <a:ea typeface="思源黑体 CN Heavy" panose="020B0A00000000000000" pitchFamily="34" charset="-122"/>
              </a:rPr>
              <a:t>02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D5E3A0-6F89-4DF8-99EF-8F5059A611FB}"/>
              </a:ext>
            </a:extLst>
          </p:cNvPr>
          <p:cNvSpPr/>
          <p:nvPr/>
        </p:nvSpPr>
        <p:spPr>
          <a:xfrm>
            <a:off x="7711148" y="2237948"/>
            <a:ext cx="3606520" cy="850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PART TWO</a:t>
            </a:r>
            <a:endParaRPr lang="zh-CN" altLang="en-US" sz="4800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7F893E3-0E6C-465B-BBC5-FA1151755468}"/>
              </a:ext>
            </a:extLst>
          </p:cNvPr>
          <p:cNvGrpSpPr/>
          <p:nvPr/>
        </p:nvGrpSpPr>
        <p:grpSpPr>
          <a:xfrm>
            <a:off x="7886767" y="3875205"/>
            <a:ext cx="3255281" cy="1764583"/>
            <a:chOff x="7759769" y="3648984"/>
            <a:chExt cx="3255281" cy="1764583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8C50049-C212-4620-9361-349067E2FD69}"/>
                </a:ext>
              </a:extLst>
            </p:cNvPr>
            <p:cNvSpPr/>
            <p:nvPr/>
          </p:nvSpPr>
          <p:spPr>
            <a:xfrm>
              <a:off x="7759769" y="3648984"/>
              <a:ext cx="3255281" cy="12232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400" dirty="0"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业务能力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6E7F4D4B-07FC-4243-BA45-8A3CEA4C22FE}"/>
                </a:ext>
              </a:extLst>
            </p:cNvPr>
            <p:cNvSpPr/>
            <p:nvPr/>
          </p:nvSpPr>
          <p:spPr>
            <a:xfrm>
              <a:off x="7871896" y="4190355"/>
              <a:ext cx="3031027" cy="12232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>
                <a:lnSpc>
                  <a:spcPct val="130000"/>
                </a:lnSpc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SERVICE CAPABILIT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26A777CE-F3F9-4002-A71E-A4FFFD80AE7B}"/>
              </a:ext>
            </a:extLst>
          </p:cNvPr>
          <p:cNvSpPr/>
          <p:nvPr/>
        </p:nvSpPr>
        <p:spPr>
          <a:xfrm rot="1920449">
            <a:off x="97826" y="1131367"/>
            <a:ext cx="2415557" cy="1934625"/>
          </a:xfrm>
          <a:prstGeom prst="rect">
            <a:avLst/>
          </a:prstGeom>
          <a:noFill/>
          <a:ln>
            <a:noFill/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accent1"/>
                </a:solidFill>
                <a:latin typeface="Impact" panose="020B0806030902050204" pitchFamily="34" charset="0"/>
              </a:rPr>
              <a:t>LOGO</a:t>
            </a:r>
            <a:endParaRPr lang="zh-CN" altLang="en-US" sz="60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22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KOPPT">
            <a:extLst>
              <a:ext uri="{FF2B5EF4-FFF2-40B4-BE49-F238E27FC236}">
                <a16:creationId xmlns:a16="http://schemas.microsoft.com/office/drawing/2014/main" id="{E335C634-C886-43D9-9BCA-EBE7B71E13BD}"/>
              </a:ext>
            </a:extLst>
          </p:cNvPr>
          <p:cNvSpPr txBox="1"/>
          <p:nvPr/>
        </p:nvSpPr>
        <p:spPr>
          <a:xfrm>
            <a:off x="660400" y="4166337"/>
            <a:ext cx="1706377" cy="463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+mj-ea"/>
                <a:ea typeface="+mj-ea"/>
              </a:rPr>
              <a:t>几何建模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96" name="KOPPT">
            <a:extLst>
              <a:ext uri="{FF2B5EF4-FFF2-40B4-BE49-F238E27FC236}">
                <a16:creationId xmlns:a16="http://schemas.microsoft.com/office/drawing/2014/main" id="{BDB560EC-7827-4867-A538-7DC31DBBDA2C}"/>
              </a:ext>
            </a:extLst>
          </p:cNvPr>
          <p:cNvSpPr txBox="1"/>
          <p:nvPr/>
        </p:nvSpPr>
        <p:spPr>
          <a:xfrm>
            <a:off x="3812337" y="4166337"/>
            <a:ext cx="1706377" cy="463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+mj-ea"/>
                <a:ea typeface="+mj-ea"/>
              </a:rPr>
              <a:t>网格划分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120" name="KOPPT">
            <a:extLst>
              <a:ext uri="{FF2B5EF4-FFF2-40B4-BE49-F238E27FC236}">
                <a16:creationId xmlns:a16="http://schemas.microsoft.com/office/drawing/2014/main" id="{1AE94321-079B-498A-8CA7-6C6D17250041}"/>
              </a:ext>
            </a:extLst>
          </p:cNvPr>
          <p:cNvSpPr txBox="1"/>
          <p:nvPr/>
        </p:nvSpPr>
        <p:spPr>
          <a:xfrm>
            <a:off x="6600478" y="4289943"/>
            <a:ext cx="1706377" cy="463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+mj-ea"/>
                <a:ea typeface="+mj-ea"/>
              </a:rPr>
              <a:t>数据可视化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144" name="KOPPT">
            <a:extLst>
              <a:ext uri="{FF2B5EF4-FFF2-40B4-BE49-F238E27FC236}">
                <a16:creationId xmlns:a16="http://schemas.microsoft.com/office/drawing/2014/main" id="{CDEB659F-4A11-4E0F-AA1C-B88E624E7226}"/>
              </a:ext>
            </a:extLst>
          </p:cNvPr>
          <p:cNvSpPr txBox="1"/>
          <p:nvPr/>
        </p:nvSpPr>
        <p:spPr>
          <a:xfrm>
            <a:off x="9489423" y="4300343"/>
            <a:ext cx="1706377" cy="463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+mj-ea"/>
                <a:ea typeface="+mj-ea"/>
              </a:rPr>
              <a:t>界面架构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5E68918D-0BC5-4B7A-86F1-983B7C437966}"/>
              </a:ext>
            </a:extLst>
          </p:cNvPr>
          <p:cNvSpPr/>
          <p:nvPr/>
        </p:nvSpPr>
        <p:spPr>
          <a:xfrm>
            <a:off x="660400" y="340035"/>
            <a:ext cx="54356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业务能力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SERVICE CAPABILIT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A25E2FDB-20B7-ABBF-F02A-6C420BA51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291" y="2377150"/>
            <a:ext cx="3152523" cy="178918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9C4E752F-E53D-A6D3-8567-2045143FC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29" y="2432178"/>
            <a:ext cx="2410335" cy="159243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4BA97C9-0074-71AE-5BAD-BDA35887A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480" y="2432979"/>
            <a:ext cx="2492092" cy="151838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5A30064-4983-4EEE-EA44-03E866C287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740" r="10442"/>
          <a:stretch/>
        </p:blipFill>
        <p:spPr>
          <a:xfrm>
            <a:off x="6402525" y="2432178"/>
            <a:ext cx="2102284" cy="156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5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4167BBC-4265-447E-B485-A1D961AFE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DD5D6C7-A171-459E-8DBE-3AD286531F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82" b="2484"/>
          <a:stretch/>
        </p:blipFill>
        <p:spPr>
          <a:xfrm flipH="1">
            <a:off x="0" y="-346816"/>
            <a:ext cx="8141370" cy="7204816"/>
          </a:xfrm>
          <a:custGeom>
            <a:avLst/>
            <a:gdLst>
              <a:gd name="connsiteX0" fmla="*/ 0 w 8422105"/>
              <a:gd name="connsiteY0" fmla="*/ 0 h 7037261"/>
              <a:gd name="connsiteX1" fmla="*/ 8422105 w 8422105"/>
              <a:gd name="connsiteY1" fmla="*/ 0 h 7037261"/>
              <a:gd name="connsiteX2" fmla="*/ 8422105 w 8422105"/>
              <a:gd name="connsiteY2" fmla="*/ 7037261 h 7037261"/>
              <a:gd name="connsiteX3" fmla="*/ 0 w 8422105"/>
              <a:gd name="connsiteY3" fmla="*/ 7037261 h 703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22105" h="7037261">
                <a:moveTo>
                  <a:pt x="0" y="0"/>
                </a:moveTo>
                <a:lnTo>
                  <a:pt x="8422105" y="0"/>
                </a:lnTo>
                <a:lnTo>
                  <a:pt x="8422105" y="7037261"/>
                </a:lnTo>
                <a:lnTo>
                  <a:pt x="0" y="7037261"/>
                </a:lnTo>
                <a:close/>
              </a:path>
            </a:pathLst>
          </a:custGeom>
          <a:ln>
            <a:noFill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A9538A1-5AE3-4EEE-933A-5F4B047AC429}"/>
              </a:ext>
            </a:extLst>
          </p:cNvPr>
          <p:cNvSpPr/>
          <p:nvPr/>
        </p:nvSpPr>
        <p:spPr>
          <a:xfrm>
            <a:off x="7792194" y="1656829"/>
            <a:ext cx="3479520" cy="1955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3900" dirty="0">
                <a:solidFill>
                  <a:schemeClr val="lt1">
                    <a:alpha val="25000"/>
                  </a:schemeClr>
                </a:solidFill>
                <a:latin typeface="Impact" panose="020B0806030902050204" pitchFamily="34" charset="0"/>
                <a:ea typeface="思源黑体 CN Heavy" panose="020B0A00000000000000" pitchFamily="34" charset="-122"/>
              </a:rPr>
              <a:t>03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D5E3A0-6F89-4DF8-99EF-8F5059A611FB}"/>
              </a:ext>
            </a:extLst>
          </p:cNvPr>
          <p:cNvSpPr/>
          <p:nvPr/>
        </p:nvSpPr>
        <p:spPr>
          <a:xfrm>
            <a:off x="7530720" y="2208893"/>
            <a:ext cx="4002468" cy="850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PART THREE</a:t>
            </a:r>
            <a:endParaRPr lang="zh-CN" altLang="en-US" sz="4800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7F893E3-0E6C-465B-BBC5-FA1151755468}"/>
              </a:ext>
            </a:extLst>
          </p:cNvPr>
          <p:cNvGrpSpPr/>
          <p:nvPr/>
        </p:nvGrpSpPr>
        <p:grpSpPr>
          <a:xfrm>
            <a:off x="7904314" y="3875205"/>
            <a:ext cx="3255281" cy="1764583"/>
            <a:chOff x="7759769" y="3648984"/>
            <a:chExt cx="3255281" cy="1764583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8C50049-C212-4620-9361-349067E2FD69}"/>
                </a:ext>
              </a:extLst>
            </p:cNvPr>
            <p:cNvSpPr/>
            <p:nvPr/>
          </p:nvSpPr>
          <p:spPr>
            <a:xfrm>
              <a:off x="7759769" y="3648984"/>
              <a:ext cx="3255281" cy="12232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400" dirty="0"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经典案例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6E7F4D4B-07FC-4243-BA45-8A3CEA4C22FE}"/>
                </a:ext>
              </a:extLst>
            </p:cNvPr>
            <p:cNvSpPr/>
            <p:nvPr/>
          </p:nvSpPr>
          <p:spPr>
            <a:xfrm>
              <a:off x="7871896" y="4190355"/>
              <a:ext cx="3031027" cy="12232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ExtraLight" panose="020B0200000000000000" pitchFamily="34" charset="-122"/>
                  <a:ea typeface="思源黑体 CN ExtraLight" panose="020B0200000000000000" pitchFamily="34" charset="-122"/>
                </a:rPr>
                <a:t>SUCCESSFUL CASES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FB8CBFB0-54C3-4454-9034-DFC061F99D61}"/>
              </a:ext>
            </a:extLst>
          </p:cNvPr>
          <p:cNvSpPr/>
          <p:nvPr/>
        </p:nvSpPr>
        <p:spPr>
          <a:xfrm rot="1920449">
            <a:off x="97826" y="1131367"/>
            <a:ext cx="2415557" cy="1934625"/>
          </a:xfrm>
          <a:prstGeom prst="rect">
            <a:avLst/>
          </a:prstGeom>
          <a:noFill/>
          <a:ln>
            <a:noFill/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accent1"/>
                </a:solidFill>
                <a:latin typeface="Impact" panose="020B0806030902050204" pitchFamily="34" charset="0"/>
              </a:rPr>
              <a:t>LOGO</a:t>
            </a:r>
            <a:endParaRPr lang="zh-CN" altLang="en-US" sz="60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346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A2099F8F-AAB7-472E-A7EE-367C65514607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(1)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几何建模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E1F4C35-848B-DDF1-F695-5631973C2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252" y="470208"/>
            <a:ext cx="4626909" cy="305685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FD53F5D-C5D4-A1CD-2F10-F8E3B432E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771" y="3817618"/>
            <a:ext cx="4632390" cy="246403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306E39F-BED0-3F61-97BE-3C03EDA28096}"/>
              </a:ext>
            </a:extLst>
          </p:cNvPr>
          <p:cNvSpPr txBox="1"/>
          <p:nvPr/>
        </p:nvSpPr>
        <p:spPr>
          <a:xfrm>
            <a:off x="357855" y="1127082"/>
            <a:ext cx="6379543" cy="4615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项目名称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: </a:t>
            </a: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堆芯设计仿真系统前处理几何建模模块</a:t>
            </a:r>
            <a:endParaRPr lang="en-US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前处理几何建模模块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核工业堆芯设计仿真系统中</a:t>
            </a:r>
            <a:r>
              <a:rPr lang="zh-CN" altLang="zh-CN" b="1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跨平台的三维可视化堆芯建模工具，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既支持用户交互式设计堆芯，同时支持堆芯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CGS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格式几何模型渲染。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OCC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几何建模引擎，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VTK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可视化渲染、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Qt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应用框架；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并行处理大规模几何运算和网格离散数据，加速可视化渲染；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针对堆芯业务需求，支持层级显示、材料过滤、模型检查、平面截取信息显示；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支持特定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CGS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文件导入导出，文件格式可扩展；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根据特定堆芯固化参数数据，支持参数化建模；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410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345DC-12BE-08DE-6980-1707258AE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A2E8BDA2-13AF-723B-32E9-AE08455D23DA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(2)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几何建模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A0816BB-2AB1-B7CA-AD54-FFA19E38958A}"/>
              </a:ext>
            </a:extLst>
          </p:cNvPr>
          <p:cNvSpPr txBox="1"/>
          <p:nvPr/>
        </p:nvSpPr>
        <p:spPr>
          <a:xfrm>
            <a:off x="333436" y="997878"/>
            <a:ext cx="6753164" cy="2163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lang="zh-CN" altLang="zh-CN" kern="100" dirty="0">
                <a:effectLst/>
                <a:latin typeface="+mn-ea"/>
                <a:cs typeface="Times New Roman" panose="02020603050405020304" pitchFamily="18" charset="0"/>
              </a:rPr>
              <a:t>飞机线束三维设计协同平台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飞机机舱内三维线束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可视化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将零件采购、设计所、主机厂等一系列信息链采用整套设计平台底层数据库进行流转，解决信息孤岛和信息传递失真等问题；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端、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Web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端以及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CATIA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对线束三维模型设计和可视化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EC4C342-C830-1EDF-CDDD-ECD45F1AA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14" y="3285933"/>
            <a:ext cx="5555628" cy="34417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BBCD477-3F31-F3D4-0A42-BCFA910AF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257" y="274510"/>
            <a:ext cx="3682607" cy="21666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8239977-A843-1952-A25E-197F51C96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257" y="2617941"/>
            <a:ext cx="3682606" cy="18947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07BCF66-9D19-3EA7-BAD4-697CF86F74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257" y="4689510"/>
            <a:ext cx="3682606" cy="201048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A68F0A0-04A4-938B-F2B4-08B41003727E}"/>
              </a:ext>
            </a:extLst>
          </p:cNvPr>
          <p:cNvSpPr/>
          <p:nvPr/>
        </p:nvSpPr>
        <p:spPr>
          <a:xfrm>
            <a:off x="9008269" y="2390775"/>
            <a:ext cx="633412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D91BC7-7CF0-611F-08FB-AB1865356CD7}"/>
              </a:ext>
            </a:extLst>
          </p:cNvPr>
          <p:cNvSpPr/>
          <p:nvPr/>
        </p:nvSpPr>
        <p:spPr>
          <a:xfrm>
            <a:off x="9008269" y="2451388"/>
            <a:ext cx="633412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8769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88E6B-A6F7-F0B0-A8FB-6A88F1302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7CE95752-D60C-E705-AF79-FAD147F0DBC5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(3)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网格划分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0D5638-F17C-5374-E426-F0BD291797DB}"/>
              </a:ext>
            </a:extLst>
          </p:cNvPr>
          <p:cNvSpPr txBox="1"/>
          <p:nvPr/>
        </p:nvSpPr>
        <p:spPr>
          <a:xfrm>
            <a:off x="333436" y="998827"/>
            <a:ext cx="6753164" cy="1286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舰面环境发动机尾喷流噪声场高精度仿真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前处理网格划分模块采用经典的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MVC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分层架构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支持表面网格、贴体结构网格等；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8AE85DB-D6C5-F206-5569-9694B26DB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2632340"/>
            <a:ext cx="5132886" cy="36276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535FE8E-52CA-6689-2856-500E8DCDC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234" y="2384379"/>
            <a:ext cx="3327545" cy="19179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CA24852-315E-5A15-BB4C-1BF8D37C0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233" y="4446154"/>
            <a:ext cx="3327545" cy="21916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B60F840-7947-7F95-A498-14971BED38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233" y="188904"/>
            <a:ext cx="3327544" cy="20689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8198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971FA-D29D-D18C-DC8D-2DB0D89D3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453876F9-04F7-165E-615F-9D66071E1373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(4)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数据可视化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948CB25-FF02-72D5-CE2B-34110D5FF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55" y="3744665"/>
            <a:ext cx="5364254" cy="205926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BF3933A-40C2-956D-60CB-EE9C28088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537" y="873237"/>
            <a:ext cx="5192655" cy="183612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2CB2340-B3F4-A668-E5AD-271A3FCBE7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191"/>
          <a:stretch/>
        </p:blipFill>
        <p:spPr>
          <a:xfrm>
            <a:off x="6342451" y="3458985"/>
            <a:ext cx="5192655" cy="247521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CF69F69-D542-861C-FA9A-AE2066B8AFD8}"/>
              </a:ext>
            </a:extLst>
          </p:cNvPr>
          <p:cNvSpPr txBox="1"/>
          <p:nvPr/>
        </p:nvSpPr>
        <p:spPr>
          <a:xfrm>
            <a:off x="281178" y="1054072"/>
            <a:ext cx="6148360" cy="2117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舰面环境发动机尾喷流噪声场高精度仿真</a:t>
            </a:r>
            <a:endParaRPr lang="zh-CN" altLang="en-US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图显示：云图、矢量图、动图等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数据操作：复制、旋转、对称、切片、阈值等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界面操作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点拾取、线拾取、面拾取、单元拾取、框选以及传播拾取等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33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5480B-FBF6-2CE7-B6D3-46261FB25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BE5895C3-F75A-8914-EF5B-9E138C9AEE8E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(5)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界面架构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F0F345-4D13-A8BA-002F-2DCD8063A0CE}"/>
              </a:ext>
            </a:extLst>
          </p:cNvPr>
          <p:cNvSpPr txBox="1"/>
          <p:nvPr/>
        </p:nvSpPr>
        <p:spPr>
          <a:xfrm>
            <a:off x="333436" y="882543"/>
            <a:ext cx="6148360" cy="2163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项目名称：界面定制引擎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界面定制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引擎内核层次化设计，采用标准的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MVC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架构；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内嵌标准的数据格式和通用的服务命令，同时支持扩展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展示层提供控件集，支持用户自由定制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提供拖拽式工具，方便用户定制数据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2190981-33D4-145E-E326-3A398423B4E7}"/>
              </a:ext>
            </a:extLst>
          </p:cNvPr>
          <p:cNvSpPr/>
          <p:nvPr/>
        </p:nvSpPr>
        <p:spPr>
          <a:xfrm>
            <a:off x="1030753" y="5475681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几何数据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837597C-BAC3-E66C-6B0E-64B8E6FD0183}"/>
              </a:ext>
            </a:extLst>
          </p:cNvPr>
          <p:cNvSpPr/>
          <p:nvPr/>
        </p:nvSpPr>
        <p:spPr>
          <a:xfrm>
            <a:off x="2165647" y="5475681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网格数据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F10B7BA-9C03-317C-F7DA-BC0C1136EA95}"/>
              </a:ext>
            </a:extLst>
          </p:cNvPr>
          <p:cNvSpPr/>
          <p:nvPr/>
        </p:nvSpPr>
        <p:spPr>
          <a:xfrm>
            <a:off x="3285448" y="5483938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仿真数据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B48BCFD-B577-FF3B-97C7-EA2A538D3FF8}"/>
              </a:ext>
            </a:extLst>
          </p:cNvPr>
          <p:cNvSpPr/>
          <p:nvPr/>
        </p:nvSpPr>
        <p:spPr>
          <a:xfrm>
            <a:off x="4448614" y="5475680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结果数据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66FA011-33F6-F17C-8A62-0C639768D74A}"/>
              </a:ext>
            </a:extLst>
          </p:cNvPr>
          <p:cNvSpPr/>
          <p:nvPr/>
        </p:nvSpPr>
        <p:spPr>
          <a:xfrm>
            <a:off x="5568415" y="5475679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可视化数据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36576D9-9FE7-47A3-2F86-FB09061E604B}"/>
              </a:ext>
            </a:extLst>
          </p:cNvPr>
          <p:cNvSpPr/>
          <p:nvPr/>
        </p:nvSpPr>
        <p:spPr>
          <a:xfrm>
            <a:off x="1030753" y="4869027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几何服务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0AECC5C-FB7A-E19A-E13E-7ACF922978C0}"/>
              </a:ext>
            </a:extLst>
          </p:cNvPr>
          <p:cNvSpPr/>
          <p:nvPr/>
        </p:nvSpPr>
        <p:spPr>
          <a:xfrm>
            <a:off x="2165647" y="4869027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网格服务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0037390-3D67-1267-F191-9C85E337C483}"/>
              </a:ext>
            </a:extLst>
          </p:cNvPr>
          <p:cNvSpPr/>
          <p:nvPr/>
        </p:nvSpPr>
        <p:spPr>
          <a:xfrm>
            <a:off x="3287362" y="4878667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仿真服务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A5DA11F-B0B7-7276-F070-D5C0C61D9FC0}"/>
              </a:ext>
            </a:extLst>
          </p:cNvPr>
          <p:cNvSpPr/>
          <p:nvPr/>
        </p:nvSpPr>
        <p:spPr>
          <a:xfrm>
            <a:off x="4409077" y="4878666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结果服务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9453815-E786-0FB9-26A5-093F186B7418}"/>
              </a:ext>
            </a:extLst>
          </p:cNvPr>
          <p:cNvSpPr/>
          <p:nvPr/>
        </p:nvSpPr>
        <p:spPr>
          <a:xfrm>
            <a:off x="5570329" y="4878667"/>
            <a:ext cx="95839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可视化服务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83BE647-9702-4948-B74A-02F0A02017C6}"/>
              </a:ext>
            </a:extLst>
          </p:cNvPr>
          <p:cNvSpPr/>
          <p:nvPr/>
        </p:nvSpPr>
        <p:spPr>
          <a:xfrm>
            <a:off x="1017991" y="6024538"/>
            <a:ext cx="5508820" cy="4767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基础设施</a:t>
            </a:r>
            <a:endParaRPr lang="en-US" altLang="zh-CN" sz="1000" dirty="0"/>
          </a:p>
          <a:p>
            <a:pPr algn="ctr"/>
            <a:r>
              <a:rPr lang="en-US" altLang="zh-CN" sz="1000" dirty="0"/>
              <a:t>(</a:t>
            </a:r>
            <a:r>
              <a:rPr lang="zh-CN" altLang="en-US" sz="900" dirty="0"/>
              <a:t>日志、事件总线、权限管理、数据</a:t>
            </a:r>
            <a:r>
              <a:rPr lang="en-US" altLang="zh-CN" sz="900" dirty="0"/>
              <a:t>IO</a:t>
            </a:r>
            <a:r>
              <a:rPr lang="zh-CN" altLang="en-US" sz="900" dirty="0"/>
              <a:t>、脚本化</a:t>
            </a:r>
            <a:r>
              <a:rPr lang="en-US" altLang="zh-CN" sz="1000" dirty="0"/>
              <a:t>)</a:t>
            </a:r>
            <a:endParaRPr lang="zh-CN" altLang="en-US" sz="1000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E0CDF6F-921E-8974-E09C-2C108833A98C}"/>
              </a:ext>
            </a:extLst>
          </p:cNvPr>
          <p:cNvSpPr/>
          <p:nvPr/>
        </p:nvSpPr>
        <p:spPr>
          <a:xfrm>
            <a:off x="1030753" y="4196020"/>
            <a:ext cx="5497972" cy="519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业务流服务</a:t>
            </a:r>
            <a:endParaRPr lang="en-US" altLang="zh-CN" sz="1000" dirty="0"/>
          </a:p>
          <a:p>
            <a:pPr algn="ctr"/>
            <a:r>
              <a:rPr lang="en-US" altLang="zh-CN" sz="1000" dirty="0"/>
              <a:t> </a:t>
            </a:r>
            <a:r>
              <a:rPr lang="zh-CN" altLang="en-US" sz="1000" dirty="0"/>
              <a:t>提供命令、数据子视图、历史服务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717822B-4B7C-4649-49B9-50920A976099}"/>
              </a:ext>
            </a:extLst>
          </p:cNvPr>
          <p:cNvSpPr/>
          <p:nvPr/>
        </p:nvSpPr>
        <p:spPr>
          <a:xfrm>
            <a:off x="1009037" y="3639094"/>
            <a:ext cx="1204047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几何控件集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4B24BCE-ED1B-3B7A-3FB1-6D836EFB8BFF}"/>
              </a:ext>
            </a:extLst>
          </p:cNvPr>
          <p:cNvSpPr/>
          <p:nvPr/>
        </p:nvSpPr>
        <p:spPr>
          <a:xfrm>
            <a:off x="2451740" y="3649486"/>
            <a:ext cx="120404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网格控件集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1F6395C-8BDD-160C-81A4-CC23E6AD490A}"/>
              </a:ext>
            </a:extLst>
          </p:cNvPr>
          <p:cNvSpPr/>
          <p:nvPr/>
        </p:nvSpPr>
        <p:spPr>
          <a:xfrm>
            <a:off x="3860669" y="3646186"/>
            <a:ext cx="1204046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仿真控件集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2774E2F-BDBE-ADBC-FBC3-979B00F43448}"/>
              </a:ext>
            </a:extLst>
          </p:cNvPr>
          <p:cNvSpPr/>
          <p:nvPr/>
        </p:nvSpPr>
        <p:spPr>
          <a:xfrm>
            <a:off x="3871967" y="3215262"/>
            <a:ext cx="1192747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主题样式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58EC66F-950D-C98B-CF27-6287691FEB5C}"/>
              </a:ext>
            </a:extLst>
          </p:cNvPr>
          <p:cNvSpPr/>
          <p:nvPr/>
        </p:nvSpPr>
        <p:spPr>
          <a:xfrm>
            <a:off x="5188330" y="3635437"/>
            <a:ext cx="1204045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可视化控件集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57A474A-E4D0-F6AD-EDEC-EA895AD39F02}"/>
              </a:ext>
            </a:extLst>
          </p:cNvPr>
          <p:cNvCxnSpPr>
            <a:cxnSpLocks/>
          </p:cNvCxnSpPr>
          <p:nvPr/>
        </p:nvCxnSpPr>
        <p:spPr>
          <a:xfrm>
            <a:off x="336124" y="5341515"/>
            <a:ext cx="6190687" cy="0"/>
          </a:xfrm>
          <a:prstGeom prst="line">
            <a:avLst/>
          </a:prstGeom>
          <a:ln w="15875" cap="rnd"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BB0D9CB-4219-CF00-D89C-E8488E5C5D9F}"/>
              </a:ext>
            </a:extLst>
          </p:cNvPr>
          <p:cNvCxnSpPr>
            <a:cxnSpLocks/>
          </p:cNvCxnSpPr>
          <p:nvPr/>
        </p:nvCxnSpPr>
        <p:spPr>
          <a:xfrm>
            <a:off x="333436" y="4093836"/>
            <a:ext cx="6148360" cy="0"/>
          </a:xfrm>
          <a:prstGeom prst="line">
            <a:avLst/>
          </a:prstGeom>
          <a:ln w="15875" cap="rnd"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6C4BCD0-1958-4087-6E48-9F15BB734FF2}"/>
              </a:ext>
            </a:extLst>
          </p:cNvPr>
          <p:cNvCxnSpPr>
            <a:cxnSpLocks/>
          </p:cNvCxnSpPr>
          <p:nvPr/>
        </p:nvCxnSpPr>
        <p:spPr>
          <a:xfrm>
            <a:off x="333437" y="5911666"/>
            <a:ext cx="6193374" cy="0"/>
          </a:xfrm>
          <a:prstGeom prst="line">
            <a:avLst/>
          </a:prstGeom>
          <a:ln w="15875" cap="rnd"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E88A95B-3ABA-DE15-CB1F-5FDFB53419F9}"/>
              </a:ext>
            </a:extLst>
          </p:cNvPr>
          <p:cNvSpPr/>
          <p:nvPr/>
        </p:nvSpPr>
        <p:spPr>
          <a:xfrm>
            <a:off x="1017991" y="3196282"/>
            <a:ext cx="1195093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主界面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A9C6119-A72E-9E9A-A3BE-B40D647DAE9A}"/>
              </a:ext>
            </a:extLst>
          </p:cNvPr>
          <p:cNvSpPr/>
          <p:nvPr/>
        </p:nvSpPr>
        <p:spPr>
          <a:xfrm>
            <a:off x="2442114" y="3204053"/>
            <a:ext cx="1204047" cy="3847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布局引擎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2A26484-C598-D05A-A426-174E5149C716}"/>
              </a:ext>
            </a:extLst>
          </p:cNvPr>
          <p:cNvCxnSpPr>
            <a:cxnSpLocks/>
          </p:cNvCxnSpPr>
          <p:nvPr/>
        </p:nvCxnSpPr>
        <p:spPr>
          <a:xfrm>
            <a:off x="333436" y="3109855"/>
            <a:ext cx="6193375" cy="0"/>
          </a:xfrm>
          <a:prstGeom prst="line">
            <a:avLst/>
          </a:prstGeom>
          <a:ln w="15875" cap="rnd"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2497CBDB-0714-7E95-A596-E6F22FEAE501}"/>
              </a:ext>
            </a:extLst>
          </p:cNvPr>
          <p:cNvSpPr txBox="1"/>
          <p:nvPr/>
        </p:nvSpPr>
        <p:spPr>
          <a:xfrm>
            <a:off x="333437" y="5552187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数据层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D0F40F4-4B0C-DF53-FFF6-E44D61C88E96}"/>
              </a:ext>
            </a:extLst>
          </p:cNvPr>
          <p:cNvSpPr txBox="1"/>
          <p:nvPr/>
        </p:nvSpPr>
        <p:spPr>
          <a:xfrm>
            <a:off x="333436" y="450215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业务层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AC66E0F-36EC-DE05-007C-0BCE8ECF84F7}"/>
              </a:ext>
            </a:extLst>
          </p:cNvPr>
          <p:cNvSpPr txBox="1"/>
          <p:nvPr/>
        </p:nvSpPr>
        <p:spPr>
          <a:xfrm>
            <a:off x="360599" y="337013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展示层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70DEE70-02F1-EA0A-FDB2-16E738975CB8}"/>
              </a:ext>
            </a:extLst>
          </p:cNvPr>
          <p:cNvCxnSpPr>
            <a:cxnSpLocks/>
          </p:cNvCxnSpPr>
          <p:nvPr/>
        </p:nvCxnSpPr>
        <p:spPr>
          <a:xfrm>
            <a:off x="333437" y="6589360"/>
            <a:ext cx="6179194" cy="0"/>
          </a:xfrm>
          <a:prstGeom prst="line">
            <a:avLst/>
          </a:prstGeom>
          <a:ln w="15875" cap="rnd"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2B7D76A9-2C96-2AB1-FB13-E603A5FE2727}"/>
              </a:ext>
            </a:extLst>
          </p:cNvPr>
          <p:cNvSpPr txBox="1"/>
          <p:nvPr/>
        </p:nvSpPr>
        <p:spPr>
          <a:xfrm>
            <a:off x="385089" y="6122377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基座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B50FFB3-5F16-EA3C-ADE2-9F8A672E6CD1}"/>
              </a:ext>
            </a:extLst>
          </p:cNvPr>
          <p:cNvSpPr/>
          <p:nvPr/>
        </p:nvSpPr>
        <p:spPr>
          <a:xfrm>
            <a:off x="5199628" y="3227999"/>
            <a:ext cx="1192747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结果控件集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1C4F6749-D05F-4878-6618-40A45B756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052" y="382179"/>
            <a:ext cx="4674938" cy="3165167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94008EFB-AD00-0E23-2244-BFE2BB2FEC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053" y="3919183"/>
            <a:ext cx="4620824" cy="277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52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CE4A0-D4B5-BED9-0CA6-FCC4F6D43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263A188D-4B47-4A50-38FA-A9F82180160D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(6)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求解器集成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4C94BFD-681E-EAD5-C351-7074EC2EFA8F}"/>
              </a:ext>
            </a:extLst>
          </p:cNvPr>
          <p:cNvSpPr txBox="1"/>
          <p:nvPr/>
        </p:nvSpPr>
        <p:spPr>
          <a:xfrm>
            <a:off x="333436" y="1025460"/>
            <a:ext cx="6753164" cy="2578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lang="zh-CN" altLang="zh-CN" kern="100" dirty="0">
                <a:effectLst/>
                <a:latin typeface="+mn-ea"/>
                <a:cs typeface="Times New Roman" panose="02020603050405020304" pitchFamily="18" charset="0"/>
              </a:rPr>
              <a:t>无人系统热学科交互仿真前后处理模块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基于开源框架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FastCAE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登录模块、通讯模块、数据管理、前后处理模块；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二维元器件拖拽式建模，自动映射更新三维模型；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WebAPI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调度求解器，通讯模块返回计算结果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进行可视化分析。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EA5AFF-4408-C255-2082-52A778B32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6" y="3597952"/>
            <a:ext cx="5140977" cy="312969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09A1A56-966B-FE9E-6051-C399786D9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240" y="406540"/>
            <a:ext cx="3800601" cy="22947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96EEFB2-C4CB-430A-BF50-7FEAB4A35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040" y="2373155"/>
            <a:ext cx="4054480" cy="251494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A5D4FFA-7ECC-6212-4B8A-36A28A4F0B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9457" y="4070524"/>
            <a:ext cx="4177745" cy="251494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42516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E40DD-C6EF-53F5-7548-37B9959BF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8CBD6AC0-20EA-373D-77A8-AA430D19F146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(7)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组件集成扩展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B0D6A3-2834-4968-5E53-F7414BD49674}"/>
              </a:ext>
            </a:extLst>
          </p:cNvPr>
          <p:cNvSpPr txBox="1"/>
          <p:nvPr/>
        </p:nvSpPr>
        <p:spPr>
          <a:xfrm>
            <a:off x="333436" y="1025460"/>
            <a:ext cx="6753164" cy="3409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lang="zh-CN" altLang="en-US" kern="100" dirty="0">
                <a:effectLst/>
                <a:latin typeface="+mn-ea"/>
                <a:cs typeface="Times New Roman" panose="02020603050405020304" pitchFamily="18" charset="0"/>
              </a:rPr>
              <a:t>可视化组件集成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QDesigner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提供“可见即可得”界面设计范式；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提供拖拽式和精细化（设置参数）设计操作；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内嵌丰富的组件和布局，支持用户自由扩展；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QDesigner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扩展：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界面定制器：定制界面。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界面逻辑器：定制界面之间的显隐、激活等逻辑。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界面交互器：定制控件之间的交互响应。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B877A7-DBBC-E171-EB2D-964A931E8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755" y="3682876"/>
            <a:ext cx="5162996" cy="290418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239F389-BCDF-7957-825D-3A5125CF7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65" y="184139"/>
            <a:ext cx="5171685" cy="319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7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BEB55-D58B-0D9D-6151-A2CC975F9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36C72F0C-C7BE-2AC1-F455-DE5B40A364AA}"/>
              </a:ext>
            </a:extLst>
          </p:cNvPr>
          <p:cNvSpPr/>
          <p:nvPr/>
        </p:nvSpPr>
        <p:spPr>
          <a:xfrm>
            <a:off x="660400" y="340035"/>
            <a:ext cx="6362700" cy="533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经典案例</a:t>
            </a:r>
            <a:r>
              <a:rPr lang="en-US" altLang="zh-CN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(8)</a:t>
            </a:r>
            <a:r>
              <a:rPr lang="zh-CN" altLang="en-US" sz="32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云原生</a:t>
            </a:r>
            <a:endParaRPr lang="en-US" altLang="zh-CN" sz="1600" dirty="0">
              <a:solidFill>
                <a:schemeClr val="tx1"/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89122A6-F179-43AB-B1AD-B9503815CDBA}"/>
              </a:ext>
            </a:extLst>
          </p:cNvPr>
          <p:cNvSpPr txBox="1"/>
          <p:nvPr/>
        </p:nvSpPr>
        <p:spPr>
          <a:xfrm>
            <a:off x="333435" y="1025460"/>
            <a:ext cx="5429189" cy="2578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项目名称：</a:t>
            </a: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+mn-ea"/>
                <a:cs typeface="Source Han Sans CN Bold"/>
              </a:rPr>
              <a:t>Cloud 3D </a:t>
            </a:r>
            <a:r>
              <a:rPr kumimoji="1" lang="zh-CN" altLang="en-US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+mn-ea"/>
                <a:cs typeface="Source Han Sans CN Bold"/>
              </a:rPr>
              <a:t>三维建模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基于云原生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+OCC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建模实现三维建模；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核心算法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C++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实现，采用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WASM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编译，实现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JS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调用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C++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库，解决性能瓶颈；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基础建模功能：草图、拉伸、布尔运算等；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等模型导入；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1ACBB7D-885B-2491-E64E-8986391699E7}"/>
              </a:ext>
            </a:extLst>
          </p:cNvPr>
          <p:cNvSpPr/>
          <p:nvPr/>
        </p:nvSpPr>
        <p:spPr>
          <a:xfrm>
            <a:off x="719936" y="3808847"/>
            <a:ext cx="3834642" cy="2578911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5E81EAF-5F89-958C-6336-BE7083241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637" y="2674004"/>
            <a:ext cx="5526260" cy="37623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645B945-1BB8-5900-BBDA-96F8BE6D7F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36" y="406540"/>
            <a:ext cx="4302317" cy="1896269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19D04219-D3E1-3E92-3D68-72A43F50E8E0}"/>
              </a:ext>
            </a:extLst>
          </p:cNvPr>
          <p:cNvSpPr/>
          <p:nvPr/>
        </p:nvSpPr>
        <p:spPr>
          <a:xfrm>
            <a:off x="1813519" y="5917880"/>
            <a:ext cx="2474732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OCC</a:t>
            </a:r>
            <a:endParaRPr lang="zh-CN" altLang="en-US" sz="1000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C05D6CA-D13D-8172-80DF-AF52E2473486}"/>
              </a:ext>
            </a:extLst>
          </p:cNvPr>
          <p:cNvSpPr/>
          <p:nvPr/>
        </p:nvSpPr>
        <p:spPr>
          <a:xfrm>
            <a:off x="1813519" y="5483911"/>
            <a:ext cx="2474732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核心算法库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6EE3B31-97D2-2F94-311D-2E59CCB32180}"/>
              </a:ext>
            </a:extLst>
          </p:cNvPr>
          <p:cNvSpPr/>
          <p:nvPr/>
        </p:nvSpPr>
        <p:spPr>
          <a:xfrm>
            <a:off x="1811764" y="4557520"/>
            <a:ext cx="2474732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JS </a:t>
            </a:r>
            <a:r>
              <a:rPr lang="zh-CN" altLang="en-US" sz="1000" dirty="0"/>
              <a:t>库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E064551-EC3F-F30B-6640-FB627C3B7BBC}"/>
              </a:ext>
            </a:extLst>
          </p:cNvPr>
          <p:cNvSpPr/>
          <p:nvPr/>
        </p:nvSpPr>
        <p:spPr>
          <a:xfrm>
            <a:off x="1811764" y="4056418"/>
            <a:ext cx="2474732" cy="351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UI</a:t>
            </a:r>
            <a:endParaRPr lang="zh-CN" altLang="en-US" sz="1000" dirty="0"/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62BF51F2-F65C-1DE7-49D4-7DF16E6E11A0}"/>
              </a:ext>
            </a:extLst>
          </p:cNvPr>
          <p:cNvSpPr/>
          <p:nvPr/>
        </p:nvSpPr>
        <p:spPr>
          <a:xfrm flipV="1">
            <a:off x="2975107" y="5020715"/>
            <a:ext cx="148046" cy="3510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B2FA7DB-9794-46D4-801A-D7082A6EBC27}"/>
              </a:ext>
            </a:extLst>
          </p:cNvPr>
          <p:cNvSpPr txBox="1"/>
          <p:nvPr/>
        </p:nvSpPr>
        <p:spPr>
          <a:xfrm>
            <a:off x="3166982" y="5047141"/>
            <a:ext cx="737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WASM</a:t>
            </a:r>
            <a:endParaRPr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1CC000C-E796-0B69-25AF-A9741D1CFBCC}"/>
              </a:ext>
            </a:extLst>
          </p:cNvPr>
          <p:cNvSpPr txBox="1"/>
          <p:nvPr/>
        </p:nvSpPr>
        <p:spPr>
          <a:xfrm>
            <a:off x="897127" y="429966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前端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608C473-C3F2-343A-F5A9-6C296D7E213D}"/>
              </a:ext>
            </a:extLst>
          </p:cNvPr>
          <p:cNvSpPr txBox="1"/>
          <p:nvPr/>
        </p:nvSpPr>
        <p:spPr>
          <a:xfrm>
            <a:off x="876206" y="561010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后端</a:t>
            </a:r>
          </a:p>
        </p:txBody>
      </p:sp>
    </p:spTree>
    <p:extLst>
      <p:ext uri="{BB962C8B-B14F-4D97-AF65-F5344CB8AC3E}">
        <p14:creationId xmlns:p14="http://schemas.microsoft.com/office/powerpoint/2010/main" val="81778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4000"/>
    </mc:Choice>
    <mc:Fallback xmlns="">
      <p:transition advTm="4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CF02B9A6-196E-46BA-98CD-6F6086EF19AD}"/>
              </a:ext>
            </a:extLst>
          </p:cNvPr>
          <p:cNvGrpSpPr/>
          <p:nvPr/>
        </p:nvGrpSpPr>
        <p:grpSpPr>
          <a:xfrm>
            <a:off x="0" y="-346816"/>
            <a:ext cx="12192001" cy="7204816"/>
            <a:chOff x="0" y="-346815"/>
            <a:chExt cx="12192001" cy="720481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4167BBC-4265-447E-B485-A1D961AFE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0" y="1"/>
              <a:ext cx="12192000" cy="6858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8E0B7D01-1CE9-4F1B-903B-0DC2D77DE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484"/>
            <a:stretch>
              <a:fillRect/>
            </a:stretch>
          </p:blipFill>
          <p:spPr>
            <a:xfrm>
              <a:off x="3569368" y="-346815"/>
              <a:ext cx="8622633" cy="7204816"/>
            </a:xfrm>
            <a:custGeom>
              <a:avLst/>
              <a:gdLst>
                <a:gd name="connsiteX0" fmla="*/ 0 w 8422105"/>
                <a:gd name="connsiteY0" fmla="*/ 0 h 7037261"/>
                <a:gd name="connsiteX1" fmla="*/ 8422105 w 8422105"/>
                <a:gd name="connsiteY1" fmla="*/ 0 h 7037261"/>
                <a:gd name="connsiteX2" fmla="*/ 8422105 w 8422105"/>
                <a:gd name="connsiteY2" fmla="*/ 7037261 h 7037261"/>
                <a:gd name="connsiteX3" fmla="*/ 0 w 8422105"/>
                <a:gd name="connsiteY3" fmla="*/ 7037261 h 7037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22105" h="7037261">
                  <a:moveTo>
                    <a:pt x="0" y="0"/>
                  </a:moveTo>
                  <a:lnTo>
                    <a:pt x="8422105" y="0"/>
                  </a:lnTo>
                  <a:lnTo>
                    <a:pt x="8422105" y="7037261"/>
                  </a:lnTo>
                  <a:lnTo>
                    <a:pt x="0" y="7037261"/>
                  </a:lnTo>
                  <a:close/>
                </a:path>
              </a:pathLst>
            </a:custGeom>
            <a:ln>
              <a:noFill/>
            </a:ln>
          </p:spPr>
        </p:pic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7F95F0DE-FF9B-4480-97AE-A08D16FB13DB}"/>
              </a:ext>
            </a:extLst>
          </p:cNvPr>
          <p:cNvSpPr/>
          <p:nvPr/>
        </p:nvSpPr>
        <p:spPr>
          <a:xfrm>
            <a:off x="3360057" y="2566947"/>
            <a:ext cx="1177109" cy="8417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3600" dirty="0">
                <a:latin typeface="+mj-ea"/>
                <a:ea typeface="+mj-ea"/>
              </a:rPr>
              <a:t>谢谢</a:t>
            </a:r>
            <a:endParaRPr lang="en-US" altLang="zh-CN" sz="3600" dirty="0">
              <a:latin typeface="+mj-ea"/>
              <a:ea typeface="+mj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8C09B1-670E-6228-02A8-CB74916CFC7E}"/>
              </a:ext>
            </a:extLst>
          </p:cNvPr>
          <p:cNvSpPr/>
          <p:nvPr/>
        </p:nvSpPr>
        <p:spPr>
          <a:xfrm>
            <a:off x="2363652" y="3161211"/>
            <a:ext cx="3384006" cy="12061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3600" dirty="0">
                <a:latin typeface="+mj-ea"/>
                <a:ea typeface="+mj-ea"/>
              </a:rPr>
              <a:t>欢迎提问交流</a:t>
            </a:r>
            <a:endParaRPr lang="en-US" altLang="zh-CN" sz="3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0170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00"/>
    </mc:Choice>
    <mc:Fallback xmlns="">
      <p:transition advTm="4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自定义 3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C97"/>
      </a:accent1>
      <a:accent2>
        <a:srgbClr val="363795"/>
      </a:accent2>
      <a:accent3>
        <a:srgbClr val="005C97"/>
      </a:accent3>
      <a:accent4>
        <a:srgbClr val="363795"/>
      </a:accent4>
      <a:accent5>
        <a:srgbClr val="005C97"/>
      </a:accent5>
      <a:accent6>
        <a:srgbClr val="363795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思源黑体 CN Heavy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1583</TotalTime>
  <Words>944</Words>
  <Application>Microsoft Office PowerPoint</Application>
  <PresentationFormat>宽屏</PresentationFormat>
  <Paragraphs>144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思源黑体 CN ExtraLight</vt:lpstr>
      <vt:lpstr>Calibri</vt:lpstr>
      <vt:lpstr>微软雅黑</vt:lpstr>
      <vt:lpstr>思源黑体 CN Heavy</vt:lpstr>
      <vt:lpstr>Wingdings</vt:lpstr>
      <vt:lpstr>Times New Roman</vt:lpstr>
      <vt:lpstr>Impact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无名</dc:creator>
  <cp:lastModifiedBy>ziqiang ye</cp:lastModifiedBy>
  <cp:revision>280</cp:revision>
  <dcterms:created xsi:type="dcterms:W3CDTF">2021-01-11T11:22:14Z</dcterms:created>
  <dcterms:modified xsi:type="dcterms:W3CDTF">2025-07-13T09:49:48Z</dcterms:modified>
</cp:coreProperties>
</file>