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5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7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8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4" r:id="rId2"/>
    <p:sldMasterId id="2147483658" r:id="rId3"/>
    <p:sldMasterId id="2147483665" r:id="rId4"/>
    <p:sldMasterId id="2147483669" r:id="rId5"/>
    <p:sldMasterId id="2147483676" r:id="rId6"/>
    <p:sldMasterId id="2147483680" r:id="rId7"/>
    <p:sldMasterId id="2147483684" r:id="rId8"/>
  </p:sldMasterIdLst>
  <p:notesMasterIdLst>
    <p:notesMasterId r:id="rId31"/>
  </p:notesMasterIdLst>
  <p:sldIdLst>
    <p:sldId id="487" r:id="rId9"/>
    <p:sldId id="495" r:id="rId10"/>
    <p:sldId id="513" r:id="rId11"/>
    <p:sldId id="514" r:id="rId12"/>
    <p:sldId id="496" r:id="rId13"/>
    <p:sldId id="499" r:id="rId14"/>
    <p:sldId id="500" r:id="rId15"/>
    <p:sldId id="501" r:id="rId16"/>
    <p:sldId id="507" r:id="rId17"/>
    <p:sldId id="516" r:id="rId18"/>
    <p:sldId id="518" r:id="rId19"/>
    <p:sldId id="519" r:id="rId20"/>
    <p:sldId id="498" r:id="rId21"/>
    <p:sldId id="502" r:id="rId22"/>
    <p:sldId id="503" r:id="rId23"/>
    <p:sldId id="504" r:id="rId24"/>
    <p:sldId id="512" r:id="rId25"/>
    <p:sldId id="508" r:id="rId26"/>
    <p:sldId id="511" r:id="rId27"/>
    <p:sldId id="520" r:id="rId28"/>
    <p:sldId id="509" r:id="rId29"/>
    <p:sldId id="510" r:id="rId30"/>
  </p:sldIdLst>
  <p:sldSz cx="12192000" cy="6858000"/>
  <p:notesSz cx="7105650" cy="10236200"/>
  <p:custDataLst>
    <p:tags r:id="rId3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5256"/>
    <a:srgbClr val="3465CD"/>
    <a:srgbClr val="F5B335"/>
    <a:srgbClr val="3EB199"/>
    <a:srgbClr val="33AB83"/>
    <a:srgbClr val="E789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2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080" y="600"/>
      </p:cViewPr>
      <p:guideLst>
        <p:guide orient="horz" pos="2115"/>
        <p:guide pos="38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9750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6B34C7-B08B-47BA-A915-D9E9154773D3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3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3438"/>
            <a:ext cx="3079750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3438"/>
            <a:ext cx="3079750" cy="512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28905-D3BD-42AD-A3CA-3A4D9C9C7CB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8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9.jpe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4" Type="http://schemas.openxmlformats.org/officeDocument/2006/relationships/image" Target="../media/image11.jpe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3"/>
          <p:cNvPicPr>
            <a:picLocks noChangeAspect="1"/>
          </p:cNvPicPr>
          <p:nvPr userDrawn="1"/>
        </p:nvPicPr>
        <p:blipFill>
          <a:blip r:embed="rId2"/>
          <a:srcRect r="17392"/>
          <a:stretch>
            <a:fillRect/>
          </a:stretch>
        </p:blipFill>
        <p:spPr>
          <a:xfrm>
            <a:off x="0" y="4330700"/>
            <a:ext cx="12187238" cy="1939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2"/>
          <p:cNvSpPr txBox="1">
            <a:spLocks noChangeArrowheads="1"/>
          </p:cNvSpPr>
          <p:nvPr/>
        </p:nvSpPr>
        <p:spPr bwMode="auto">
          <a:xfrm>
            <a:off x="1296988" y="6429375"/>
            <a:ext cx="993775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文件涉及的知识产权及商业信息均为深圳十沣科技有限公司所有，未经深圳十沣科技有限公司同意，任何主体不得将本文件用作其他用途，亦不得使用、公开或向第三方披露本文件以及本文件涉及的知识产权、商业信息等，否则深圳十沣科技有限公司有权追究侵权方的相关责任。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38200" y="1437981"/>
            <a:ext cx="10515600" cy="117046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>
          <a:xfrm>
            <a:off x="1693682" y="2958791"/>
            <a:ext cx="9144000" cy="3619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706688" y="2274888"/>
            <a:ext cx="6778625" cy="881063"/>
          </a:xfrm>
          <a:prstGeom prst="rect">
            <a:avLst/>
          </a:prstGeom>
        </p:spPr>
        <p:txBody>
          <a:bodyPr/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6012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期待关注和合作</a:t>
            </a:r>
          </a:p>
        </p:txBody>
      </p:sp>
      <p:grpSp>
        <p:nvGrpSpPr>
          <p:cNvPr id="5125" name="组合 4"/>
          <p:cNvGrpSpPr/>
          <p:nvPr userDrawn="1"/>
        </p:nvGrpSpPr>
        <p:grpSpPr>
          <a:xfrm>
            <a:off x="4240213" y="3783013"/>
            <a:ext cx="7226300" cy="1350962"/>
            <a:chOff x="3160542" y="3761188"/>
            <a:chExt cx="8086521" cy="1511450"/>
          </a:xfrm>
        </p:grpSpPr>
        <p:pic>
          <p:nvPicPr>
            <p:cNvPr id="512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0542" y="3877921"/>
              <a:ext cx="1394717" cy="139471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" name="矩形 8"/>
            <p:cNvSpPr>
              <a:spLocks noChangeArrowheads="1"/>
            </p:cNvSpPr>
            <p:nvPr/>
          </p:nvSpPr>
          <p:spPr bwMode="auto">
            <a:xfrm>
              <a:off x="4837536" y="3761188"/>
              <a:ext cx="6409527" cy="144395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www.tenfong.cn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电话：0755-86961672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邮箱：info@tenfong.cn</a:t>
              </a:r>
              <a:endPara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58"/>
          <p:cNvSpPr/>
          <p:nvPr/>
        </p:nvSpPr>
        <p:spPr>
          <a:xfrm>
            <a:off x="2198688" y="1925638"/>
            <a:ext cx="7958138" cy="509588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文本框 43"/>
          <p:cNvSpPr txBox="1"/>
          <p:nvPr/>
        </p:nvSpPr>
        <p:spPr>
          <a:xfrm>
            <a:off x="2546350" y="1974850"/>
            <a:ext cx="357188" cy="409575"/>
          </a:xfrm>
          <a:custGeom>
            <a:avLst/>
            <a:gdLst/>
            <a:ahLst/>
            <a:cxnLst/>
            <a:rect l="l" t="t" r="r" b="b"/>
            <a:pathLst>
              <a:path w="416920" h="476250">
                <a:moveTo>
                  <a:pt x="146946" y="62805"/>
                </a:moveTo>
                <a:cubicBezTo>
                  <a:pt x="129681" y="62805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5"/>
                  <a:pt x="146946" y="62805"/>
                </a:cubicBezTo>
                <a:close/>
                <a:moveTo>
                  <a:pt x="342208" y="4465"/>
                </a:moveTo>
                <a:lnTo>
                  <a:pt x="330004" y="89297"/>
                </a:lnTo>
                <a:cubicBezTo>
                  <a:pt x="315518" y="107156"/>
                  <a:pt x="296567" y="116086"/>
                  <a:pt x="273152" y="116086"/>
                </a:cubicBezTo>
                <a:lnTo>
                  <a:pt x="282974" y="45541"/>
                </a:lnTo>
                <a:cubicBezTo>
                  <a:pt x="293095" y="45541"/>
                  <a:pt x="303562" y="41970"/>
                  <a:pt x="314377" y="34826"/>
                </a:cubicBezTo>
                <a:cubicBezTo>
                  <a:pt x="325192" y="27682"/>
                  <a:pt x="334469" y="17562"/>
                  <a:pt x="342208" y="4465"/>
                </a:cubicBezTo>
                <a:close/>
                <a:moveTo>
                  <a:pt x="342208" y="4465"/>
                </a:moveTo>
                <a:lnTo>
                  <a:pt x="416920" y="4465"/>
                </a:lnTo>
                <a:lnTo>
                  <a:pt x="350840" y="471785"/>
                </a:lnTo>
                <a:lnTo>
                  <a:pt x="276128" y="471785"/>
                </a:lnTo>
                <a:close/>
                <a:moveTo>
                  <a:pt x="155577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7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文本框 44"/>
          <p:cNvSpPr txBox="1"/>
          <p:nvPr/>
        </p:nvSpPr>
        <p:spPr>
          <a:xfrm>
            <a:off x="2546350" y="2759075"/>
            <a:ext cx="415925" cy="409575"/>
          </a:xfrm>
          <a:custGeom>
            <a:avLst/>
            <a:gdLst/>
            <a:ahLst/>
            <a:cxnLst/>
            <a:rect l="l" t="t" r="r" b="b"/>
            <a:pathLst>
              <a:path w="484680" h="476250">
                <a:moveTo>
                  <a:pt x="146946" y="62806"/>
                </a:moveTo>
                <a:cubicBezTo>
                  <a:pt x="129681" y="62806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6"/>
                  <a:pt x="146946" y="62806"/>
                </a:cubicBezTo>
                <a:close/>
                <a:moveTo>
                  <a:pt x="396084" y="0"/>
                </a:moveTo>
                <a:cubicBezTo>
                  <a:pt x="427834" y="0"/>
                  <a:pt x="451448" y="7193"/>
                  <a:pt x="466926" y="21580"/>
                </a:cubicBezTo>
                <a:cubicBezTo>
                  <a:pt x="482404" y="35967"/>
                  <a:pt x="487762" y="59928"/>
                  <a:pt x="482999" y="93464"/>
                </a:cubicBezTo>
                <a:lnTo>
                  <a:pt x="472284" y="169664"/>
                </a:lnTo>
                <a:cubicBezTo>
                  <a:pt x="469903" y="186531"/>
                  <a:pt x="464594" y="202158"/>
                  <a:pt x="456359" y="216545"/>
                </a:cubicBezTo>
                <a:cubicBezTo>
                  <a:pt x="448124" y="230932"/>
                  <a:pt x="438549" y="242689"/>
                  <a:pt x="427635" y="251817"/>
                </a:cubicBezTo>
                <a:cubicBezTo>
                  <a:pt x="416721" y="260945"/>
                  <a:pt x="405014" y="270322"/>
                  <a:pt x="392512" y="279946"/>
                </a:cubicBezTo>
                <a:cubicBezTo>
                  <a:pt x="380010" y="289570"/>
                  <a:pt x="368451" y="298400"/>
                  <a:pt x="357835" y="306437"/>
                </a:cubicBezTo>
                <a:cubicBezTo>
                  <a:pt x="347219" y="314474"/>
                  <a:pt x="337892" y="324247"/>
                  <a:pt x="329855" y="335756"/>
                </a:cubicBezTo>
                <a:cubicBezTo>
                  <a:pt x="321819" y="347266"/>
                  <a:pt x="316808" y="359569"/>
                  <a:pt x="314824" y="372666"/>
                </a:cubicBezTo>
                <a:lnTo>
                  <a:pt x="309764" y="408682"/>
                </a:lnTo>
                <a:lnTo>
                  <a:pt x="436267" y="408682"/>
                </a:lnTo>
                <a:lnTo>
                  <a:pt x="427040" y="471785"/>
                </a:lnTo>
                <a:lnTo>
                  <a:pt x="228503" y="471785"/>
                </a:lnTo>
                <a:lnTo>
                  <a:pt x="237135" y="408682"/>
                </a:lnTo>
                <a:lnTo>
                  <a:pt x="237731" y="408682"/>
                </a:lnTo>
                <a:lnTo>
                  <a:pt x="243386" y="367605"/>
                </a:lnTo>
                <a:cubicBezTo>
                  <a:pt x="245767" y="349349"/>
                  <a:pt x="251175" y="332681"/>
                  <a:pt x="259608" y="317599"/>
                </a:cubicBezTo>
                <a:cubicBezTo>
                  <a:pt x="268042" y="302518"/>
                  <a:pt x="277567" y="290165"/>
                  <a:pt x="288183" y="280541"/>
                </a:cubicBezTo>
                <a:cubicBezTo>
                  <a:pt x="298800" y="270917"/>
                  <a:pt x="310210" y="261194"/>
                  <a:pt x="322414" y="251371"/>
                </a:cubicBezTo>
                <a:cubicBezTo>
                  <a:pt x="334618" y="241548"/>
                  <a:pt x="345978" y="232718"/>
                  <a:pt x="356496" y="224879"/>
                </a:cubicBezTo>
                <a:cubicBezTo>
                  <a:pt x="367013" y="217041"/>
                  <a:pt x="376190" y="207715"/>
                  <a:pt x="384029" y="196900"/>
                </a:cubicBezTo>
                <a:cubicBezTo>
                  <a:pt x="391867" y="186085"/>
                  <a:pt x="396580" y="174625"/>
                  <a:pt x="398167" y="162520"/>
                </a:cubicBezTo>
                <a:lnTo>
                  <a:pt x="407692" y="94357"/>
                </a:lnTo>
                <a:cubicBezTo>
                  <a:pt x="410669" y="73323"/>
                  <a:pt x="403724" y="62806"/>
                  <a:pt x="386857" y="62806"/>
                </a:cubicBezTo>
                <a:cubicBezTo>
                  <a:pt x="369989" y="62806"/>
                  <a:pt x="360067" y="73323"/>
                  <a:pt x="357091" y="94357"/>
                </a:cubicBezTo>
                <a:lnTo>
                  <a:pt x="346375" y="172045"/>
                </a:lnTo>
                <a:lnTo>
                  <a:pt x="272259" y="172045"/>
                </a:lnTo>
                <a:lnTo>
                  <a:pt x="282974" y="93464"/>
                </a:lnTo>
                <a:cubicBezTo>
                  <a:pt x="291706" y="31155"/>
                  <a:pt x="329409" y="0"/>
                  <a:pt x="396084" y="0"/>
                </a:cubicBezTo>
                <a:close/>
                <a:moveTo>
                  <a:pt x="155578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8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8" y="476449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文本框 50"/>
          <p:cNvSpPr txBox="1"/>
          <p:nvPr/>
        </p:nvSpPr>
        <p:spPr>
          <a:xfrm>
            <a:off x="2546350" y="3517900"/>
            <a:ext cx="414338" cy="409575"/>
          </a:xfrm>
          <a:custGeom>
            <a:avLst/>
            <a:gdLst/>
            <a:ahLst/>
            <a:cxnLst/>
            <a:rect l="l" t="t" r="r" b="b"/>
            <a:pathLst>
              <a:path w="483208" h="476250">
                <a:moveTo>
                  <a:pt x="146946" y="62805"/>
                </a:moveTo>
                <a:cubicBezTo>
                  <a:pt x="129681" y="62805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5"/>
                  <a:pt x="146946" y="62805"/>
                </a:cubicBezTo>
                <a:close/>
                <a:moveTo>
                  <a:pt x="394596" y="0"/>
                </a:moveTo>
                <a:cubicBezTo>
                  <a:pt x="426742" y="0"/>
                  <a:pt x="450456" y="7193"/>
                  <a:pt x="465735" y="21580"/>
                </a:cubicBezTo>
                <a:cubicBezTo>
                  <a:pt x="481015" y="35967"/>
                  <a:pt x="486274" y="59928"/>
                  <a:pt x="481511" y="93464"/>
                </a:cubicBezTo>
                <a:lnTo>
                  <a:pt x="471391" y="166985"/>
                </a:lnTo>
                <a:cubicBezTo>
                  <a:pt x="469009" y="184646"/>
                  <a:pt x="463900" y="198884"/>
                  <a:pt x="456061" y="209699"/>
                </a:cubicBezTo>
                <a:cubicBezTo>
                  <a:pt x="448223" y="220514"/>
                  <a:pt x="436565" y="229493"/>
                  <a:pt x="421087" y="236637"/>
                </a:cubicBezTo>
                <a:lnTo>
                  <a:pt x="419896" y="239613"/>
                </a:lnTo>
                <a:cubicBezTo>
                  <a:pt x="433390" y="246757"/>
                  <a:pt x="442717" y="255736"/>
                  <a:pt x="447876" y="266551"/>
                </a:cubicBezTo>
                <a:cubicBezTo>
                  <a:pt x="453035" y="277366"/>
                  <a:pt x="454226" y="291604"/>
                  <a:pt x="451448" y="309265"/>
                </a:cubicBezTo>
                <a:lnTo>
                  <a:pt x="441327" y="382786"/>
                </a:lnTo>
                <a:cubicBezTo>
                  <a:pt x="436565" y="416322"/>
                  <a:pt x="424460" y="440283"/>
                  <a:pt x="405014" y="454670"/>
                </a:cubicBezTo>
                <a:cubicBezTo>
                  <a:pt x="385567" y="469057"/>
                  <a:pt x="359770" y="476250"/>
                  <a:pt x="327623" y="476250"/>
                </a:cubicBezTo>
                <a:cubicBezTo>
                  <a:pt x="295476" y="476250"/>
                  <a:pt x="271862" y="469057"/>
                  <a:pt x="256781" y="454670"/>
                </a:cubicBezTo>
                <a:cubicBezTo>
                  <a:pt x="241700" y="440283"/>
                  <a:pt x="236540" y="416322"/>
                  <a:pt x="241303" y="382786"/>
                </a:cubicBezTo>
                <a:lnTo>
                  <a:pt x="250232" y="316706"/>
                </a:lnTo>
                <a:lnTo>
                  <a:pt x="324646" y="316706"/>
                </a:lnTo>
                <a:lnTo>
                  <a:pt x="316014" y="381893"/>
                </a:lnTo>
                <a:cubicBezTo>
                  <a:pt x="313038" y="402927"/>
                  <a:pt x="319983" y="413445"/>
                  <a:pt x="336850" y="413445"/>
                </a:cubicBezTo>
                <a:cubicBezTo>
                  <a:pt x="353717" y="413445"/>
                  <a:pt x="363639" y="402927"/>
                  <a:pt x="366616" y="381893"/>
                </a:cubicBezTo>
                <a:lnTo>
                  <a:pt x="376736" y="306586"/>
                </a:lnTo>
                <a:cubicBezTo>
                  <a:pt x="380506" y="280789"/>
                  <a:pt x="369890" y="267990"/>
                  <a:pt x="344887" y="268188"/>
                </a:cubicBezTo>
                <a:lnTo>
                  <a:pt x="324944" y="268188"/>
                </a:lnTo>
                <a:lnTo>
                  <a:pt x="333278" y="208062"/>
                </a:lnTo>
                <a:lnTo>
                  <a:pt x="352924" y="208062"/>
                </a:lnTo>
                <a:cubicBezTo>
                  <a:pt x="377927" y="208062"/>
                  <a:pt x="392314" y="195263"/>
                  <a:pt x="396084" y="169664"/>
                </a:cubicBezTo>
                <a:lnTo>
                  <a:pt x="406800" y="94357"/>
                </a:lnTo>
                <a:cubicBezTo>
                  <a:pt x="409776" y="73323"/>
                  <a:pt x="402831" y="62805"/>
                  <a:pt x="385963" y="62805"/>
                </a:cubicBezTo>
                <a:cubicBezTo>
                  <a:pt x="369096" y="62805"/>
                  <a:pt x="359075" y="73323"/>
                  <a:pt x="355900" y="94357"/>
                </a:cubicBezTo>
                <a:lnTo>
                  <a:pt x="347268" y="159246"/>
                </a:lnTo>
                <a:lnTo>
                  <a:pt x="272854" y="159246"/>
                </a:lnTo>
                <a:lnTo>
                  <a:pt x="281784" y="93464"/>
                </a:lnTo>
                <a:cubicBezTo>
                  <a:pt x="286546" y="59928"/>
                  <a:pt x="298601" y="35967"/>
                  <a:pt x="317949" y="21580"/>
                </a:cubicBezTo>
                <a:cubicBezTo>
                  <a:pt x="337297" y="7193"/>
                  <a:pt x="362845" y="0"/>
                  <a:pt x="394596" y="0"/>
                </a:cubicBezTo>
                <a:close/>
                <a:moveTo>
                  <a:pt x="155577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7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6" name="文本框 55"/>
          <p:cNvSpPr txBox="1"/>
          <p:nvPr/>
        </p:nvSpPr>
        <p:spPr>
          <a:xfrm>
            <a:off x="2546350" y="4271963"/>
            <a:ext cx="420688" cy="407988"/>
          </a:xfrm>
          <a:custGeom>
            <a:avLst/>
            <a:gdLst/>
            <a:ahLst/>
            <a:cxnLst/>
            <a:rect l="l" t="t" r="r" b="b"/>
            <a:pathLst>
              <a:path w="490738" h="476250">
                <a:moveTo>
                  <a:pt x="399656" y="74414"/>
                </a:moveTo>
                <a:lnTo>
                  <a:pt x="313335" y="306586"/>
                </a:lnTo>
                <a:lnTo>
                  <a:pt x="372867" y="306586"/>
                </a:lnTo>
                <a:lnTo>
                  <a:pt x="405311" y="74414"/>
                </a:lnTo>
                <a:close/>
                <a:moveTo>
                  <a:pt x="146946" y="62806"/>
                </a:moveTo>
                <a:cubicBezTo>
                  <a:pt x="129681" y="62806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4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6"/>
                  <a:pt x="146946" y="62806"/>
                </a:cubicBezTo>
                <a:close/>
                <a:moveTo>
                  <a:pt x="365128" y="4465"/>
                </a:moveTo>
                <a:lnTo>
                  <a:pt x="490738" y="4465"/>
                </a:lnTo>
                <a:lnTo>
                  <a:pt x="447876" y="306586"/>
                </a:lnTo>
                <a:lnTo>
                  <a:pt x="480916" y="306586"/>
                </a:lnTo>
                <a:lnTo>
                  <a:pt x="472284" y="369689"/>
                </a:lnTo>
                <a:lnTo>
                  <a:pt x="438946" y="369689"/>
                </a:lnTo>
                <a:lnTo>
                  <a:pt x="424659" y="471785"/>
                </a:lnTo>
                <a:lnTo>
                  <a:pt x="349352" y="471785"/>
                </a:lnTo>
                <a:lnTo>
                  <a:pt x="363639" y="369689"/>
                </a:lnTo>
                <a:lnTo>
                  <a:pt x="237731" y="369689"/>
                </a:lnTo>
                <a:lnTo>
                  <a:pt x="246363" y="306586"/>
                </a:lnTo>
                <a:close/>
                <a:moveTo>
                  <a:pt x="155578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8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7" name="文本框 64"/>
          <p:cNvSpPr txBox="1"/>
          <p:nvPr/>
        </p:nvSpPr>
        <p:spPr>
          <a:xfrm>
            <a:off x="2551113" y="5080000"/>
            <a:ext cx="415925" cy="409575"/>
          </a:xfrm>
          <a:custGeom>
            <a:avLst/>
            <a:gdLst/>
            <a:ahLst/>
            <a:cxnLst/>
            <a:rect l="l" t="t" r="r" b="b"/>
            <a:pathLst>
              <a:path w="484488" h="476250">
                <a:moveTo>
                  <a:pt x="146946" y="62806"/>
                </a:moveTo>
                <a:cubicBezTo>
                  <a:pt x="129681" y="62806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6"/>
                  <a:pt x="146946" y="62806"/>
                </a:cubicBezTo>
                <a:close/>
                <a:moveTo>
                  <a:pt x="293095" y="4465"/>
                </a:moveTo>
                <a:lnTo>
                  <a:pt x="484488" y="4465"/>
                </a:lnTo>
                <a:lnTo>
                  <a:pt x="475856" y="67270"/>
                </a:lnTo>
                <a:lnTo>
                  <a:pt x="358579" y="67270"/>
                </a:lnTo>
                <a:lnTo>
                  <a:pt x="343399" y="176510"/>
                </a:lnTo>
                <a:cubicBezTo>
                  <a:pt x="354114" y="164406"/>
                  <a:pt x="369493" y="158353"/>
                  <a:pt x="389535" y="158353"/>
                </a:cubicBezTo>
                <a:cubicBezTo>
                  <a:pt x="413546" y="158353"/>
                  <a:pt x="432100" y="165646"/>
                  <a:pt x="445197" y="180231"/>
                </a:cubicBezTo>
                <a:cubicBezTo>
                  <a:pt x="458294" y="194816"/>
                  <a:pt x="462560" y="218381"/>
                  <a:pt x="457996" y="250924"/>
                </a:cubicBezTo>
                <a:lnTo>
                  <a:pt x="439839" y="381893"/>
                </a:lnTo>
                <a:cubicBezTo>
                  <a:pt x="435077" y="415429"/>
                  <a:pt x="422972" y="439390"/>
                  <a:pt x="403525" y="453777"/>
                </a:cubicBezTo>
                <a:cubicBezTo>
                  <a:pt x="384078" y="468164"/>
                  <a:pt x="358281" y="475357"/>
                  <a:pt x="326135" y="475357"/>
                </a:cubicBezTo>
                <a:cubicBezTo>
                  <a:pt x="294385" y="475357"/>
                  <a:pt x="270870" y="468164"/>
                  <a:pt x="255590" y="453777"/>
                </a:cubicBezTo>
                <a:cubicBezTo>
                  <a:pt x="240310" y="439390"/>
                  <a:pt x="235052" y="415429"/>
                  <a:pt x="239814" y="381893"/>
                </a:cubicBezTo>
                <a:lnTo>
                  <a:pt x="248446" y="322362"/>
                </a:lnTo>
                <a:lnTo>
                  <a:pt x="322563" y="322362"/>
                </a:lnTo>
                <a:lnTo>
                  <a:pt x="314228" y="380405"/>
                </a:lnTo>
                <a:cubicBezTo>
                  <a:pt x="311252" y="401836"/>
                  <a:pt x="318247" y="412502"/>
                  <a:pt x="335213" y="412403"/>
                </a:cubicBezTo>
                <a:cubicBezTo>
                  <a:pt x="352180" y="412304"/>
                  <a:pt x="362151" y="401638"/>
                  <a:pt x="365128" y="380405"/>
                </a:cubicBezTo>
                <a:lnTo>
                  <a:pt x="382987" y="254496"/>
                </a:lnTo>
                <a:cubicBezTo>
                  <a:pt x="385963" y="233065"/>
                  <a:pt x="379018" y="222349"/>
                  <a:pt x="362151" y="222349"/>
                </a:cubicBezTo>
                <a:cubicBezTo>
                  <a:pt x="345284" y="222349"/>
                  <a:pt x="335263" y="233065"/>
                  <a:pt x="332088" y="254496"/>
                </a:cubicBezTo>
                <a:lnTo>
                  <a:pt x="328516" y="279202"/>
                </a:lnTo>
                <a:lnTo>
                  <a:pt x="254400" y="279202"/>
                </a:lnTo>
                <a:close/>
                <a:moveTo>
                  <a:pt x="155577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7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8" name="矩形: 圆角 58"/>
          <p:cNvSpPr/>
          <p:nvPr/>
        </p:nvSpPr>
        <p:spPr>
          <a:xfrm>
            <a:off x="2198688" y="2700338"/>
            <a:ext cx="7958138" cy="511175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矩形: 圆角 58"/>
          <p:cNvSpPr/>
          <p:nvPr/>
        </p:nvSpPr>
        <p:spPr>
          <a:xfrm>
            <a:off x="2198688" y="3475038"/>
            <a:ext cx="7958138" cy="509588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" name="矩形: 圆角 58"/>
          <p:cNvSpPr/>
          <p:nvPr/>
        </p:nvSpPr>
        <p:spPr>
          <a:xfrm>
            <a:off x="2198688" y="4237038"/>
            <a:ext cx="7958138" cy="509588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1" name="矩形: 圆角 58"/>
          <p:cNvSpPr/>
          <p:nvPr/>
        </p:nvSpPr>
        <p:spPr>
          <a:xfrm>
            <a:off x="2198688" y="5029200"/>
            <a:ext cx="7958138" cy="511175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2706688" y="1227138"/>
            <a:ext cx="6778625" cy="415925"/>
          </a:xfrm>
          <a:prstGeom prst="rect">
            <a:avLst/>
          </a:prstGeom>
        </p:spPr>
        <p:txBody>
          <a:bodyPr/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6012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目 录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10"/>
          </p:nvPr>
        </p:nvSpPr>
        <p:spPr>
          <a:xfrm>
            <a:off x="3162748" y="1999965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1"/>
          </p:nvPr>
        </p:nvSpPr>
        <p:spPr>
          <a:xfrm>
            <a:off x="9398715" y="2000250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文本占位符 27"/>
          <p:cNvSpPr>
            <a:spLocks noGrp="1"/>
          </p:cNvSpPr>
          <p:nvPr>
            <p:ph type="body" sz="quarter" idx="12"/>
          </p:nvPr>
        </p:nvSpPr>
        <p:spPr>
          <a:xfrm>
            <a:off x="3162748" y="2786012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文本占位符 29"/>
          <p:cNvSpPr>
            <a:spLocks noGrp="1"/>
          </p:cNvSpPr>
          <p:nvPr>
            <p:ph type="body" sz="quarter" idx="13"/>
          </p:nvPr>
        </p:nvSpPr>
        <p:spPr>
          <a:xfrm>
            <a:off x="9398715" y="2786297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3" name="文本占位符 27"/>
          <p:cNvSpPr>
            <a:spLocks noGrp="1"/>
          </p:cNvSpPr>
          <p:nvPr>
            <p:ph type="body" sz="quarter" idx="14"/>
          </p:nvPr>
        </p:nvSpPr>
        <p:spPr>
          <a:xfrm>
            <a:off x="3162748" y="3572171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4" name="文本占位符 29"/>
          <p:cNvSpPr>
            <a:spLocks noGrp="1"/>
          </p:cNvSpPr>
          <p:nvPr>
            <p:ph type="body" sz="quarter" idx="15"/>
          </p:nvPr>
        </p:nvSpPr>
        <p:spPr>
          <a:xfrm>
            <a:off x="9398715" y="3572456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5" name="文本占位符 27"/>
          <p:cNvSpPr>
            <a:spLocks noGrp="1"/>
          </p:cNvSpPr>
          <p:nvPr>
            <p:ph type="body" sz="quarter" idx="16"/>
          </p:nvPr>
        </p:nvSpPr>
        <p:spPr>
          <a:xfrm>
            <a:off x="3162748" y="4316507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6" name="文本占位符 29"/>
          <p:cNvSpPr>
            <a:spLocks noGrp="1"/>
          </p:cNvSpPr>
          <p:nvPr>
            <p:ph type="body" sz="quarter" idx="17"/>
          </p:nvPr>
        </p:nvSpPr>
        <p:spPr>
          <a:xfrm>
            <a:off x="9398715" y="4316792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7" name="文本占位符 27"/>
          <p:cNvSpPr>
            <a:spLocks noGrp="1"/>
          </p:cNvSpPr>
          <p:nvPr>
            <p:ph type="body" sz="quarter" idx="18"/>
          </p:nvPr>
        </p:nvSpPr>
        <p:spPr>
          <a:xfrm>
            <a:off x="3162748" y="5120171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文本占位符 29"/>
          <p:cNvSpPr>
            <a:spLocks noGrp="1"/>
          </p:cNvSpPr>
          <p:nvPr>
            <p:ph type="body" sz="quarter" idx="19"/>
          </p:nvPr>
        </p:nvSpPr>
        <p:spPr>
          <a:xfrm>
            <a:off x="9398715" y="5120456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58"/>
          <p:cNvSpPr/>
          <p:nvPr/>
        </p:nvSpPr>
        <p:spPr>
          <a:xfrm>
            <a:off x="2198688" y="1925638"/>
            <a:ext cx="7958138" cy="509588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" name="文本框 43"/>
          <p:cNvSpPr txBox="1"/>
          <p:nvPr/>
        </p:nvSpPr>
        <p:spPr>
          <a:xfrm>
            <a:off x="2546350" y="1974850"/>
            <a:ext cx="357188" cy="409575"/>
          </a:xfrm>
          <a:custGeom>
            <a:avLst/>
            <a:gdLst/>
            <a:ahLst/>
            <a:cxnLst/>
            <a:rect l="l" t="t" r="r" b="b"/>
            <a:pathLst>
              <a:path w="416920" h="476250">
                <a:moveTo>
                  <a:pt x="146946" y="62805"/>
                </a:moveTo>
                <a:cubicBezTo>
                  <a:pt x="129681" y="62805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5"/>
                  <a:pt x="146946" y="62805"/>
                </a:cubicBezTo>
                <a:close/>
                <a:moveTo>
                  <a:pt x="342208" y="4465"/>
                </a:moveTo>
                <a:lnTo>
                  <a:pt x="330004" y="89297"/>
                </a:lnTo>
                <a:cubicBezTo>
                  <a:pt x="315518" y="107156"/>
                  <a:pt x="296567" y="116086"/>
                  <a:pt x="273152" y="116086"/>
                </a:cubicBezTo>
                <a:lnTo>
                  <a:pt x="282974" y="45541"/>
                </a:lnTo>
                <a:cubicBezTo>
                  <a:pt x="293095" y="45541"/>
                  <a:pt x="303562" y="41970"/>
                  <a:pt x="314377" y="34826"/>
                </a:cubicBezTo>
                <a:cubicBezTo>
                  <a:pt x="325192" y="27682"/>
                  <a:pt x="334469" y="17562"/>
                  <a:pt x="342208" y="4465"/>
                </a:cubicBezTo>
                <a:close/>
                <a:moveTo>
                  <a:pt x="342208" y="4465"/>
                </a:moveTo>
                <a:lnTo>
                  <a:pt x="416920" y="4465"/>
                </a:lnTo>
                <a:lnTo>
                  <a:pt x="350840" y="471785"/>
                </a:lnTo>
                <a:lnTo>
                  <a:pt x="276128" y="471785"/>
                </a:lnTo>
                <a:close/>
                <a:moveTo>
                  <a:pt x="155577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7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" name="文本框 44"/>
          <p:cNvSpPr txBox="1"/>
          <p:nvPr/>
        </p:nvSpPr>
        <p:spPr>
          <a:xfrm>
            <a:off x="2546350" y="2759075"/>
            <a:ext cx="415925" cy="409575"/>
          </a:xfrm>
          <a:custGeom>
            <a:avLst/>
            <a:gdLst/>
            <a:ahLst/>
            <a:cxnLst/>
            <a:rect l="l" t="t" r="r" b="b"/>
            <a:pathLst>
              <a:path w="484680" h="476250">
                <a:moveTo>
                  <a:pt x="146946" y="62806"/>
                </a:moveTo>
                <a:cubicBezTo>
                  <a:pt x="129681" y="62806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6"/>
                  <a:pt x="146946" y="62806"/>
                </a:cubicBezTo>
                <a:close/>
                <a:moveTo>
                  <a:pt x="396084" y="0"/>
                </a:moveTo>
                <a:cubicBezTo>
                  <a:pt x="427834" y="0"/>
                  <a:pt x="451448" y="7193"/>
                  <a:pt x="466926" y="21580"/>
                </a:cubicBezTo>
                <a:cubicBezTo>
                  <a:pt x="482404" y="35967"/>
                  <a:pt x="487762" y="59928"/>
                  <a:pt x="482999" y="93464"/>
                </a:cubicBezTo>
                <a:lnTo>
                  <a:pt x="472284" y="169664"/>
                </a:lnTo>
                <a:cubicBezTo>
                  <a:pt x="469903" y="186531"/>
                  <a:pt x="464594" y="202158"/>
                  <a:pt x="456359" y="216545"/>
                </a:cubicBezTo>
                <a:cubicBezTo>
                  <a:pt x="448124" y="230932"/>
                  <a:pt x="438549" y="242689"/>
                  <a:pt x="427635" y="251817"/>
                </a:cubicBezTo>
                <a:cubicBezTo>
                  <a:pt x="416721" y="260945"/>
                  <a:pt x="405014" y="270322"/>
                  <a:pt x="392512" y="279946"/>
                </a:cubicBezTo>
                <a:cubicBezTo>
                  <a:pt x="380010" y="289570"/>
                  <a:pt x="368451" y="298400"/>
                  <a:pt x="357835" y="306437"/>
                </a:cubicBezTo>
                <a:cubicBezTo>
                  <a:pt x="347219" y="314474"/>
                  <a:pt x="337892" y="324247"/>
                  <a:pt x="329855" y="335756"/>
                </a:cubicBezTo>
                <a:cubicBezTo>
                  <a:pt x="321819" y="347266"/>
                  <a:pt x="316808" y="359569"/>
                  <a:pt x="314824" y="372666"/>
                </a:cubicBezTo>
                <a:lnTo>
                  <a:pt x="309764" y="408682"/>
                </a:lnTo>
                <a:lnTo>
                  <a:pt x="436267" y="408682"/>
                </a:lnTo>
                <a:lnTo>
                  <a:pt x="427040" y="471785"/>
                </a:lnTo>
                <a:lnTo>
                  <a:pt x="228503" y="471785"/>
                </a:lnTo>
                <a:lnTo>
                  <a:pt x="237135" y="408682"/>
                </a:lnTo>
                <a:lnTo>
                  <a:pt x="237731" y="408682"/>
                </a:lnTo>
                <a:lnTo>
                  <a:pt x="243386" y="367605"/>
                </a:lnTo>
                <a:cubicBezTo>
                  <a:pt x="245767" y="349349"/>
                  <a:pt x="251175" y="332681"/>
                  <a:pt x="259608" y="317599"/>
                </a:cubicBezTo>
                <a:cubicBezTo>
                  <a:pt x="268042" y="302518"/>
                  <a:pt x="277567" y="290165"/>
                  <a:pt x="288183" y="280541"/>
                </a:cubicBezTo>
                <a:cubicBezTo>
                  <a:pt x="298800" y="270917"/>
                  <a:pt x="310210" y="261194"/>
                  <a:pt x="322414" y="251371"/>
                </a:cubicBezTo>
                <a:cubicBezTo>
                  <a:pt x="334618" y="241548"/>
                  <a:pt x="345978" y="232718"/>
                  <a:pt x="356496" y="224879"/>
                </a:cubicBezTo>
                <a:cubicBezTo>
                  <a:pt x="367013" y="217041"/>
                  <a:pt x="376190" y="207715"/>
                  <a:pt x="384029" y="196900"/>
                </a:cubicBezTo>
                <a:cubicBezTo>
                  <a:pt x="391867" y="186085"/>
                  <a:pt x="396580" y="174625"/>
                  <a:pt x="398167" y="162520"/>
                </a:cubicBezTo>
                <a:lnTo>
                  <a:pt x="407692" y="94357"/>
                </a:lnTo>
                <a:cubicBezTo>
                  <a:pt x="410669" y="73323"/>
                  <a:pt x="403724" y="62806"/>
                  <a:pt x="386857" y="62806"/>
                </a:cubicBezTo>
                <a:cubicBezTo>
                  <a:pt x="369989" y="62806"/>
                  <a:pt x="360067" y="73323"/>
                  <a:pt x="357091" y="94357"/>
                </a:cubicBezTo>
                <a:lnTo>
                  <a:pt x="346375" y="172045"/>
                </a:lnTo>
                <a:lnTo>
                  <a:pt x="272259" y="172045"/>
                </a:lnTo>
                <a:lnTo>
                  <a:pt x="282974" y="93464"/>
                </a:lnTo>
                <a:cubicBezTo>
                  <a:pt x="291706" y="31155"/>
                  <a:pt x="329409" y="0"/>
                  <a:pt x="396084" y="0"/>
                </a:cubicBezTo>
                <a:close/>
                <a:moveTo>
                  <a:pt x="155578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8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8" y="476449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" name="文本框 50"/>
          <p:cNvSpPr txBox="1"/>
          <p:nvPr/>
        </p:nvSpPr>
        <p:spPr>
          <a:xfrm>
            <a:off x="2546350" y="3517900"/>
            <a:ext cx="414338" cy="409575"/>
          </a:xfrm>
          <a:custGeom>
            <a:avLst/>
            <a:gdLst/>
            <a:ahLst/>
            <a:cxnLst/>
            <a:rect l="l" t="t" r="r" b="b"/>
            <a:pathLst>
              <a:path w="483208" h="476250">
                <a:moveTo>
                  <a:pt x="146946" y="62805"/>
                </a:moveTo>
                <a:cubicBezTo>
                  <a:pt x="129681" y="62805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5"/>
                  <a:pt x="146946" y="62805"/>
                </a:cubicBezTo>
                <a:close/>
                <a:moveTo>
                  <a:pt x="394596" y="0"/>
                </a:moveTo>
                <a:cubicBezTo>
                  <a:pt x="426742" y="0"/>
                  <a:pt x="450456" y="7193"/>
                  <a:pt x="465735" y="21580"/>
                </a:cubicBezTo>
                <a:cubicBezTo>
                  <a:pt x="481015" y="35967"/>
                  <a:pt x="486274" y="59928"/>
                  <a:pt x="481511" y="93464"/>
                </a:cubicBezTo>
                <a:lnTo>
                  <a:pt x="471391" y="166985"/>
                </a:lnTo>
                <a:cubicBezTo>
                  <a:pt x="469009" y="184646"/>
                  <a:pt x="463900" y="198884"/>
                  <a:pt x="456061" y="209699"/>
                </a:cubicBezTo>
                <a:cubicBezTo>
                  <a:pt x="448223" y="220514"/>
                  <a:pt x="436565" y="229493"/>
                  <a:pt x="421087" y="236637"/>
                </a:cubicBezTo>
                <a:lnTo>
                  <a:pt x="419896" y="239613"/>
                </a:lnTo>
                <a:cubicBezTo>
                  <a:pt x="433390" y="246757"/>
                  <a:pt x="442717" y="255736"/>
                  <a:pt x="447876" y="266551"/>
                </a:cubicBezTo>
                <a:cubicBezTo>
                  <a:pt x="453035" y="277366"/>
                  <a:pt x="454226" y="291604"/>
                  <a:pt x="451448" y="309265"/>
                </a:cubicBezTo>
                <a:lnTo>
                  <a:pt x="441327" y="382786"/>
                </a:lnTo>
                <a:cubicBezTo>
                  <a:pt x="436565" y="416322"/>
                  <a:pt x="424460" y="440283"/>
                  <a:pt x="405014" y="454670"/>
                </a:cubicBezTo>
                <a:cubicBezTo>
                  <a:pt x="385567" y="469057"/>
                  <a:pt x="359770" y="476250"/>
                  <a:pt x="327623" y="476250"/>
                </a:cubicBezTo>
                <a:cubicBezTo>
                  <a:pt x="295476" y="476250"/>
                  <a:pt x="271862" y="469057"/>
                  <a:pt x="256781" y="454670"/>
                </a:cubicBezTo>
                <a:cubicBezTo>
                  <a:pt x="241700" y="440283"/>
                  <a:pt x="236540" y="416322"/>
                  <a:pt x="241303" y="382786"/>
                </a:cubicBezTo>
                <a:lnTo>
                  <a:pt x="250232" y="316706"/>
                </a:lnTo>
                <a:lnTo>
                  <a:pt x="324646" y="316706"/>
                </a:lnTo>
                <a:lnTo>
                  <a:pt x="316014" y="381893"/>
                </a:lnTo>
                <a:cubicBezTo>
                  <a:pt x="313038" y="402927"/>
                  <a:pt x="319983" y="413445"/>
                  <a:pt x="336850" y="413445"/>
                </a:cubicBezTo>
                <a:cubicBezTo>
                  <a:pt x="353717" y="413445"/>
                  <a:pt x="363639" y="402927"/>
                  <a:pt x="366616" y="381893"/>
                </a:cubicBezTo>
                <a:lnTo>
                  <a:pt x="376736" y="306586"/>
                </a:lnTo>
                <a:cubicBezTo>
                  <a:pt x="380506" y="280789"/>
                  <a:pt x="369890" y="267990"/>
                  <a:pt x="344887" y="268188"/>
                </a:cubicBezTo>
                <a:lnTo>
                  <a:pt x="324944" y="268188"/>
                </a:lnTo>
                <a:lnTo>
                  <a:pt x="333278" y="208062"/>
                </a:lnTo>
                <a:lnTo>
                  <a:pt x="352924" y="208062"/>
                </a:lnTo>
                <a:cubicBezTo>
                  <a:pt x="377927" y="208062"/>
                  <a:pt x="392314" y="195263"/>
                  <a:pt x="396084" y="169664"/>
                </a:cubicBezTo>
                <a:lnTo>
                  <a:pt x="406800" y="94357"/>
                </a:lnTo>
                <a:cubicBezTo>
                  <a:pt x="409776" y="73323"/>
                  <a:pt x="402831" y="62805"/>
                  <a:pt x="385963" y="62805"/>
                </a:cubicBezTo>
                <a:cubicBezTo>
                  <a:pt x="369096" y="62805"/>
                  <a:pt x="359075" y="73323"/>
                  <a:pt x="355900" y="94357"/>
                </a:cubicBezTo>
                <a:lnTo>
                  <a:pt x="347268" y="159246"/>
                </a:lnTo>
                <a:lnTo>
                  <a:pt x="272854" y="159246"/>
                </a:lnTo>
                <a:lnTo>
                  <a:pt x="281784" y="93464"/>
                </a:lnTo>
                <a:cubicBezTo>
                  <a:pt x="286546" y="59928"/>
                  <a:pt x="298601" y="35967"/>
                  <a:pt x="317949" y="21580"/>
                </a:cubicBezTo>
                <a:cubicBezTo>
                  <a:pt x="337297" y="7193"/>
                  <a:pt x="362845" y="0"/>
                  <a:pt x="394596" y="0"/>
                </a:cubicBezTo>
                <a:close/>
                <a:moveTo>
                  <a:pt x="155577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7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6" name="文本框 55"/>
          <p:cNvSpPr txBox="1"/>
          <p:nvPr/>
        </p:nvSpPr>
        <p:spPr>
          <a:xfrm>
            <a:off x="2546350" y="4271963"/>
            <a:ext cx="420688" cy="407988"/>
          </a:xfrm>
          <a:custGeom>
            <a:avLst/>
            <a:gdLst/>
            <a:ahLst/>
            <a:cxnLst/>
            <a:rect l="l" t="t" r="r" b="b"/>
            <a:pathLst>
              <a:path w="490738" h="476250">
                <a:moveTo>
                  <a:pt x="399656" y="74414"/>
                </a:moveTo>
                <a:lnTo>
                  <a:pt x="313335" y="306586"/>
                </a:lnTo>
                <a:lnTo>
                  <a:pt x="372867" y="306586"/>
                </a:lnTo>
                <a:lnTo>
                  <a:pt x="405311" y="74414"/>
                </a:lnTo>
                <a:close/>
                <a:moveTo>
                  <a:pt x="146946" y="62806"/>
                </a:moveTo>
                <a:cubicBezTo>
                  <a:pt x="129681" y="62806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4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6"/>
                  <a:pt x="146946" y="62806"/>
                </a:cubicBezTo>
                <a:close/>
                <a:moveTo>
                  <a:pt x="365128" y="4465"/>
                </a:moveTo>
                <a:lnTo>
                  <a:pt x="490738" y="4465"/>
                </a:lnTo>
                <a:lnTo>
                  <a:pt x="447876" y="306586"/>
                </a:lnTo>
                <a:lnTo>
                  <a:pt x="480916" y="306586"/>
                </a:lnTo>
                <a:lnTo>
                  <a:pt x="472284" y="369689"/>
                </a:lnTo>
                <a:lnTo>
                  <a:pt x="438946" y="369689"/>
                </a:lnTo>
                <a:lnTo>
                  <a:pt x="424659" y="471785"/>
                </a:lnTo>
                <a:lnTo>
                  <a:pt x="349352" y="471785"/>
                </a:lnTo>
                <a:lnTo>
                  <a:pt x="363639" y="369689"/>
                </a:lnTo>
                <a:lnTo>
                  <a:pt x="237731" y="369689"/>
                </a:lnTo>
                <a:lnTo>
                  <a:pt x="246363" y="306586"/>
                </a:lnTo>
                <a:close/>
                <a:moveTo>
                  <a:pt x="155578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8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7" name="矩形: 圆角 58"/>
          <p:cNvSpPr/>
          <p:nvPr/>
        </p:nvSpPr>
        <p:spPr>
          <a:xfrm>
            <a:off x="2198688" y="2700338"/>
            <a:ext cx="7958138" cy="511175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8" name="矩形: 圆角 58"/>
          <p:cNvSpPr/>
          <p:nvPr/>
        </p:nvSpPr>
        <p:spPr>
          <a:xfrm>
            <a:off x="2198688" y="3475038"/>
            <a:ext cx="7958138" cy="509588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矩形: 圆角 58"/>
          <p:cNvSpPr/>
          <p:nvPr/>
        </p:nvSpPr>
        <p:spPr>
          <a:xfrm>
            <a:off x="2198688" y="4237038"/>
            <a:ext cx="7958138" cy="509588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2706688" y="1227138"/>
            <a:ext cx="6778625" cy="415925"/>
          </a:xfrm>
          <a:prstGeom prst="rect">
            <a:avLst/>
          </a:prstGeom>
        </p:spPr>
        <p:txBody>
          <a:bodyPr/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6012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目 录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10"/>
          </p:nvPr>
        </p:nvSpPr>
        <p:spPr>
          <a:xfrm>
            <a:off x="3162748" y="1999965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1"/>
          </p:nvPr>
        </p:nvSpPr>
        <p:spPr>
          <a:xfrm>
            <a:off x="9398715" y="2000250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文本占位符 27"/>
          <p:cNvSpPr>
            <a:spLocks noGrp="1"/>
          </p:cNvSpPr>
          <p:nvPr>
            <p:ph type="body" sz="quarter" idx="12"/>
          </p:nvPr>
        </p:nvSpPr>
        <p:spPr>
          <a:xfrm>
            <a:off x="3162748" y="2786012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文本占位符 29"/>
          <p:cNvSpPr>
            <a:spLocks noGrp="1"/>
          </p:cNvSpPr>
          <p:nvPr>
            <p:ph type="body" sz="quarter" idx="13"/>
          </p:nvPr>
        </p:nvSpPr>
        <p:spPr>
          <a:xfrm>
            <a:off x="9398715" y="2786297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3" name="文本占位符 27"/>
          <p:cNvSpPr>
            <a:spLocks noGrp="1"/>
          </p:cNvSpPr>
          <p:nvPr>
            <p:ph type="body" sz="quarter" idx="14"/>
          </p:nvPr>
        </p:nvSpPr>
        <p:spPr>
          <a:xfrm>
            <a:off x="3162748" y="3572171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4" name="文本占位符 29"/>
          <p:cNvSpPr>
            <a:spLocks noGrp="1"/>
          </p:cNvSpPr>
          <p:nvPr>
            <p:ph type="body" sz="quarter" idx="15"/>
          </p:nvPr>
        </p:nvSpPr>
        <p:spPr>
          <a:xfrm>
            <a:off x="9398715" y="3572456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5" name="文本占位符 27"/>
          <p:cNvSpPr>
            <a:spLocks noGrp="1"/>
          </p:cNvSpPr>
          <p:nvPr>
            <p:ph type="body" sz="quarter" idx="16"/>
          </p:nvPr>
        </p:nvSpPr>
        <p:spPr>
          <a:xfrm>
            <a:off x="3162748" y="4316507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6" name="文本占位符 29"/>
          <p:cNvSpPr>
            <a:spLocks noGrp="1"/>
          </p:cNvSpPr>
          <p:nvPr>
            <p:ph type="body" sz="quarter" idx="17"/>
          </p:nvPr>
        </p:nvSpPr>
        <p:spPr>
          <a:xfrm>
            <a:off x="9398715" y="4316792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"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706688" y="2884488"/>
            <a:ext cx="6778625" cy="881063"/>
          </a:xfrm>
          <a:prstGeom prst="rect">
            <a:avLst/>
          </a:prstGeom>
        </p:spPr>
        <p:txBody>
          <a:bodyPr/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6012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谢  谢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-推荐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25500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36" name="图片 24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</a:blip>
          <a:stretch>
            <a:fillRect/>
          </a:stretch>
        </p:blipFill>
        <p:spPr>
          <a:xfrm>
            <a:off x="10080625" y="279400"/>
            <a:ext cx="1722438" cy="24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25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92921" y="207084"/>
            <a:ext cx="9309807" cy="41209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173598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1871560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1871559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745788" y="6356350"/>
            <a:ext cx="608013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外演讲"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3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pic>
        <p:nvPicPr>
          <p:cNvPr id="10260" name="图片 24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</a:blip>
          <a:stretch>
            <a:fillRect/>
          </a:stretch>
        </p:blipFill>
        <p:spPr>
          <a:xfrm>
            <a:off x="10080625" y="279400"/>
            <a:ext cx="1722438" cy="24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0240" y="785019"/>
            <a:ext cx="8012430" cy="4062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851693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2549655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2549654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/>
          <p:nvPr/>
        </p:nvSpPr>
        <p:spPr>
          <a:xfrm>
            <a:off x="2136775" y="6496050"/>
            <a:ext cx="6599238" cy="360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2"/>
          <p:cNvSpPr/>
          <p:nvPr/>
        </p:nvSpPr>
        <p:spPr>
          <a:xfrm>
            <a:off x="11341100" y="6496050"/>
            <a:ext cx="850900" cy="360363"/>
          </a:xfrm>
          <a:prstGeom prst="rect">
            <a:avLst/>
          </a:prstGeom>
          <a:solidFill>
            <a:srgbClr val="2488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32"/>
          <p:cNvSpPr txBox="1">
            <a:spLocks noChangeArrowheads="1"/>
          </p:cNvSpPr>
          <p:nvPr/>
        </p:nvSpPr>
        <p:spPr bwMode="auto">
          <a:xfrm>
            <a:off x="8736013" y="6527800"/>
            <a:ext cx="24511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全面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专业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便捷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精准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高效</a:t>
            </a: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11555413" y="6503988"/>
            <a:ext cx="466725" cy="3603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lvl="0" algn="ctr">
              <a:buNone/>
            </a:pPr>
            <a:fld id="{9A0DB2DC-4C9A-4742-B13C-FB6460FD3503}" type="slidenum"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287" name="组合 25"/>
          <p:cNvGrpSpPr/>
          <p:nvPr userDrawn="1"/>
        </p:nvGrpSpPr>
        <p:grpSpPr>
          <a:xfrm>
            <a:off x="0" y="0"/>
            <a:ext cx="647700" cy="647700"/>
            <a:chOff x="0" y="0"/>
            <a:chExt cx="1020" cy="944"/>
          </a:xfrm>
        </p:grpSpPr>
        <p:sp>
          <p:nvSpPr>
            <p:cNvPr id="22" name="矩形 21"/>
            <p:cNvSpPr/>
            <p:nvPr/>
          </p:nvSpPr>
          <p:spPr>
            <a:xfrm>
              <a:off x="0" y="0"/>
              <a:ext cx="623" cy="576"/>
            </a:xfrm>
            <a:prstGeom prst="rect">
              <a:avLst/>
            </a:prstGeom>
            <a:solidFill>
              <a:srgbClr val="2488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623" y="576"/>
              <a:ext cx="397" cy="368"/>
            </a:xfrm>
            <a:prstGeom prst="rect">
              <a:avLst/>
            </a:prstGeom>
            <a:solidFill>
              <a:srgbClr val="3EB1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11288" name="图片 3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438" y="6542088"/>
            <a:ext cx="1722437" cy="24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" name="文本框 31"/>
          <p:cNvSpPr txBox="1">
            <a:spLocks noChangeArrowheads="1"/>
          </p:cNvSpPr>
          <p:nvPr/>
        </p:nvSpPr>
        <p:spPr bwMode="auto">
          <a:xfrm>
            <a:off x="2136775" y="6575425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14" name="标题 8"/>
          <p:cNvSpPr>
            <a:spLocks noGrp="1"/>
          </p:cNvSpPr>
          <p:nvPr>
            <p:ph type="title"/>
          </p:nvPr>
        </p:nvSpPr>
        <p:spPr>
          <a:xfrm>
            <a:off x="774000" y="361078"/>
            <a:ext cx="10818000" cy="396104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>
              <a:defRPr sz="2400" b="1" kern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2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173598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1871560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1871559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电子电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31988"/>
            <a:ext cx="12192000" cy="3297238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293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31988"/>
            <a:ext cx="6594475" cy="3297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64000">
                <a:srgbClr val="4984BD">
                  <a:alpha val="88000"/>
                </a:srgbClr>
              </a:gs>
              <a:gs pos="50450">
                <a:srgbClr val="396AB5">
                  <a:alpha val="91000"/>
                </a:srgbClr>
              </a:gs>
              <a:gs pos="3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8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航空航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31988"/>
            <a:ext cx="12192000" cy="3297238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317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75" y="2005013"/>
            <a:ext cx="5978525" cy="2005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64000">
                <a:srgbClr val="4984BD">
                  <a:alpha val="88000"/>
                </a:srgbClr>
              </a:gs>
              <a:gs pos="50450">
                <a:srgbClr val="396AB5">
                  <a:alpha val="91000"/>
                </a:srgbClr>
              </a:gs>
              <a:gs pos="3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8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能源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31988"/>
            <a:ext cx="12192000" cy="3297238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41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20875"/>
            <a:ext cx="10191750" cy="3308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1927052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73000"/>
                </a:srgbClr>
              </a:gs>
              <a:gs pos="30000">
                <a:srgbClr val="2B54AF">
                  <a:alpha val="43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8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工程制造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31988"/>
            <a:ext cx="12192000" cy="3297238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pic>
        <p:nvPicPr>
          <p:cNvPr id="1536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31988"/>
            <a:ext cx="9331325" cy="3297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73000"/>
                </a:srgbClr>
              </a:gs>
              <a:gs pos="30000">
                <a:srgbClr val="2B54AF">
                  <a:alpha val="43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汽车交通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31988"/>
            <a:ext cx="12192000" cy="3297238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6389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31988"/>
            <a:ext cx="9472613" cy="3297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82000"/>
                </a:srgbClr>
              </a:gs>
              <a:gs pos="2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8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船舶海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931988"/>
            <a:ext cx="12192000" cy="3297238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3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31988"/>
            <a:ext cx="9728200" cy="3297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82000"/>
                </a:srgbClr>
              </a:gs>
              <a:gs pos="2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8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-推荐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25500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36" name="图片 24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</a:blip>
          <a:stretch>
            <a:fillRect/>
          </a:stretch>
        </p:blipFill>
        <p:spPr>
          <a:xfrm>
            <a:off x="10080625" y="279400"/>
            <a:ext cx="1722438" cy="24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25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92921" y="207084"/>
            <a:ext cx="9309807" cy="41209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173598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1871560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1871559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745788" y="6356350"/>
            <a:ext cx="608013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外演讲"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3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pic>
        <p:nvPicPr>
          <p:cNvPr id="10260" name="图片 24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</a:blip>
          <a:stretch>
            <a:fillRect/>
          </a:stretch>
        </p:blipFill>
        <p:spPr>
          <a:xfrm>
            <a:off x="10080625" y="279400"/>
            <a:ext cx="1722438" cy="24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0240" y="785019"/>
            <a:ext cx="8012430" cy="4062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851693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2549655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2549654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/>
          <p:nvPr/>
        </p:nvSpPr>
        <p:spPr>
          <a:xfrm>
            <a:off x="2136775" y="6496050"/>
            <a:ext cx="6599238" cy="360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2"/>
          <p:cNvSpPr/>
          <p:nvPr/>
        </p:nvSpPr>
        <p:spPr>
          <a:xfrm>
            <a:off x="11341100" y="6496050"/>
            <a:ext cx="850900" cy="360363"/>
          </a:xfrm>
          <a:prstGeom prst="rect">
            <a:avLst/>
          </a:prstGeom>
          <a:solidFill>
            <a:srgbClr val="2488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32"/>
          <p:cNvSpPr txBox="1">
            <a:spLocks noChangeArrowheads="1"/>
          </p:cNvSpPr>
          <p:nvPr/>
        </p:nvSpPr>
        <p:spPr bwMode="auto">
          <a:xfrm>
            <a:off x="8736013" y="6527800"/>
            <a:ext cx="24511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全面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专业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便捷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精准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高效</a:t>
            </a: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11555413" y="6503988"/>
            <a:ext cx="466725" cy="3603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lvl="0" algn="ctr">
              <a:buNone/>
            </a:pPr>
            <a:fld id="{9A0DB2DC-4C9A-4742-B13C-FB6460FD3503}" type="slidenum"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287" name="组合 25"/>
          <p:cNvGrpSpPr/>
          <p:nvPr userDrawn="1"/>
        </p:nvGrpSpPr>
        <p:grpSpPr>
          <a:xfrm>
            <a:off x="0" y="0"/>
            <a:ext cx="647700" cy="647700"/>
            <a:chOff x="0" y="0"/>
            <a:chExt cx="1020" cy="944"/>
          </a:xfrm>
        </p:grpSpPr>
        <p:sp>
          <p:nvSpPr>
            <p:cNvPr id="22" name="矩形 21"/>
            <p:cNvSpPr/>
            <p:nvPr/>
          </p:nvSpPr>
          <p:spPr>
            <a:xfrm>
              <a:off x="0" y="0"/>
              <a:ext cx="623" cy="576"/>
            </a:xfrm>
            <a:prstGeom prst="rect">
              <a:avLst/>
            </a:prstGeom>
            <a:solidFill>
              <a:srgbClr val="2488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623" y="576"/>
              <a:ext cx="397" cy="368"/>
            </a:xfrm>
            <a:prstGeom prst="rect">
              <a:avLst/>
            </a:prstGeom>
            <a:solidFill>
              <a:srgbClr val="3EB1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11288" name="图片 3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438" y="6542088"/>
            <a:ext cx="1722437" cy="24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" name="文本框 31"/>
          <p:cNvSpPr txBox="1">
            <a:spLocks noChangeArrowheads="1"/>
          </p:cNvSpPr>
          <p:nvPr/>
        </p:nvSpPr>
        <p:spPr bwMode="auto">
          <a:xfrm>
            <a:off x="2136775" y="6575425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14" name="标题 8"/>
          <p:cNvSpPr>
            <a:spLocks noGrp="1"/>
          </p:cNvSpPr>
          <p:nvPr>
            <p:ph type="title"/>
          </p:nvPr>
        </p:nvSpPr>
        <p:spPr>
          <a:xfrm>
            <a:off x="774000" y="361078"/>
            <a:ext cx="10818000" cy="396104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>
              <a:defRPr sz="2400" b="1" kern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2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173598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1871560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1871559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92"/>
          <a:stretch>
            <a:fillRect/>
          </a:stretch>
        </p:blipFill>
        <p:spPr bwMode="auto">
          <a:xfrm>
            <a:off x="0" y="4330700"/>
            <a:ext cx="12187238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>
            <a:spLocks noChangeArrowheads="1"/>
          </p:cNvSpPr>
          <p:nvPr userDrawn="1"/>
        </p:nvSpPr>
        <p:spPr bwMode="auto">
          <a:xfrm>
            <a:off x="1296988" y="6429375"/>
            <a:ext cx="993775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80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件涉及的知识产权及商业信息均为深圳十沣科技有限公司所有，未经深圳十沣科技有限公司同意，任何主体不得将本文件用作其他用途，亦不得使用、公开或向第三方披露本文件以及本文件涉及的知识产权、商业信息等，否则深圳十沣科技有限公司有权追究侵权方的相关责任。</a:t>
            </a: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838200" y="1437981"/>
            <a:ext cx="10515600" cy="117046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>
          <a:xfrm>
            <a:off x="1693682" y="2958791"/>
            <a:ext cx="9144000" cy="3619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 userDrawn="1"/>
        </p:nvSpPr>
        <p:spPr>
          <a:xfrm>
            <a:off x="2706688" y="2274888"/>
            <a:ext cx="6778625" cy="881062"/>
          </a:xfrm>
          <a:prstGeom prst="rect">
            <a:avLst/>
          </a:prstGeom>
        </p:spPr>
        <p:txBody>
          <a:bodyPr/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 sz="6000" b="1" dirty="0">
                <a:solidFill>
                  <a:schemeClr val="bg1"/>
                </a:solidFill>
              </a:rPr>
              <a:t>期待关注和合作</a:t>
            </a:r>
          </a:p>
        </p:txBody>
      </p:sp>
      <p:grpSp>
        <p:nvGrpSpPr>
          <p:cNvPr id="3" name="组合 4"/>
          <p:cNvGrpSpPr/>
          <p:nvPr userDrawn="1"/>
        </p:nvGrpSpPr>
        <p:grpSpPr bwMode="auto">
          <a:xfrm>
            <a:off x="4240213" y="3783013"/>
            <a:ext cx="7226300" cy="1350962"/>
            <a:chOff x="3160542" y="3761188"/>
            <a:chExt cx="8086521" cy="1511450"/>
          </a:xfrm>
        </p:grpSpPr>
        <p:pic>
          <p:nvPicPr>
            <p:cNvPr id="4" name="图片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0542" y="3877921"/>
              <a:ext cx="1394717" cy="1394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8"/>
            <p:cNvSpPr>
              <a:spLocks noChangeArrowheads="1"/>
            </p:cNvSpPr>
            <p:nvPr/>
          </p:nvSpPr>
          <p:spPr bwMode="auto">
            <a:xfrm>
              <a:off x="4837536" y="3761188"/>
              <a:ext cx="6409527" cy="144395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等线" panose="02010600030101010101" pitchFamily="2" charset="-122"/>
                  <a:ea typeface="等线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  <a:defRPr/>
              </a:pPr>
              <a:r>
                <a:rPr lang="en-US" altLang="zh-CN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www.tenfong.cn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电话：0755-86961672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邮箱：info@tenfong.cn</a:t>
              </a:r>
              <a:endPara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58"/>
          <p:cNvSpPr/>
          <p:nvPr userDrawn="1"/>
        </p:nvSpPr>
        <p:spPr>
          <a:xfrm>
            <a:off x="2198688" y="1925638"/>
            <a:ext cx="7958137" cy="509587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endParaRPr lang="zh-CN" altLang="en-US" sz="1200" dirty="0">
              <a:solidFill>
                <a:prstClr val="white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43"/>
          <p:cNvSpPr txBox="1"/>
          <p:nvPr userDrawn="1"/>
        </p:nvSpPr>
        <p:spPr>
          <a:xfrm>
            <a:off x="2546350" y="1974850"/>
            <a:ext cx="357188" cy="409575"/>
          </a:xfrm>
          <a:custGeom>
            <a:avLst/>
            <a:gdLst/>
            <a:ahLst/>
            <a:cxnLst/>
            <a:rect l="l" t="t" r="r" b="b"/>
            <a:pathLst>
              <a:path w="416920" h="476250">
                <a:moveTo>
                  <a:pt x="146946" y="62805"/>
                </a:moveTo>
                <a:cubicBezTo>
                  <a:pt x="129681" y="62805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5"/>
                  <a:pt x="146946" y="62805"/>
                </a:cubicBezTo>
                <a:close/>
                <a:moveTo>
                  <a:pt x="342208" y="4465"/>
                </a:moveTo>
                <a:lnTo>
                  <a:pt x="330004" y="89297"/>
                </a:lnTo>
                <a:cubicBezTo>
                  <a:pt x="315518" y="107156"/>
                  <a:pt x="296567" y="116086"/>
                  <a:pt x="273152" y="116086"/>
                </a:cubicBezTo>
                <a:lnTo>
                  <a:pt x="282974" y="45541"/>
                </a:lnTo>
                <a:cubicBezTo>
                  <a:pt x="293095" y="45541"/>
                  <a:pt x="303562" y="41970"/>
                  <a:pt x="314377" y="34826"/>
                </a:cubicBezTo>
                <a:cubicBezTo>
                  <a:pt x="325192" y="27682"/>
                  <a:pt x="334469" y="17562"/>
                  <a:pt x="342208" y="4465"/>
                </a:cubicBezTo>
                <a:close/>
                <a:moveTo>
                  <a:pt x="342208" y="4465"/>
                </a:moveTo>
                <a:lnTo>
                  <a:pt x="416920" y="4465"/>
                </a:lnTo>
                <a:lnTo>
                  <a:pt x="350840" y="471785"/>
                </a:lnTo>
                <a:lnTo>
                  <a:pt x="276128" y="471785"/>
                </a:lnTo>
                <a:close/>
                <a:moveTo>
                  <a:pt x="155577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7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defRPr/>
            </a:pPr>
            <a:endParaRPr lang="zh-CN" altLang="en-US" sz="28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4" name="文本框 44"/>
          <p:cNvSpPr txBox="1"/>
          <p:nvPr userDrawn="1"/>
        </p:nvSpPr>
        <p:spPr>
          <a:xfrm>
            <a:off x="2546350" y="2759075"/>
            <a:ext cx="415925" cy="409575"/>
          </a:xfrm>
          <a:custGeom>
            <a:avLst/>
            <a:gdLst/>
            <a:ahLst/>
            <a:cxnLst/>
            <a:rect l="l" t="t" r="r" b="b"/>
            <a:pathLst>
              <a:path w="484680" h="476250">
                <a:moveTo>
                  <a:pt x="146946" y="62806"/>
                </a:moveTo>
                <a:cubicBezTo>
                  <a:pt x="129681" y="62806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6"/>
                  <a:pt x="146946" y="62806"/>
                </a:cubicBezTo>
                <a:close/>
                <a:moveTo>
                  <a:pt x="396084" y="0"/>
                </a:moveTo>
                <a:cubicBezTo>
                  <a:pt x="427834" y="0"/>
                  <a:pt x="451448" y="7193"/>
                  <a:pt x="466926" y="21580"/>
                </a:cubicBezTo>
                <a:cubicBezTo>
                  <a:pt x="482404" y="35967"/>
                  <a:pt x="487762" y="59928"/>
                  <a:pt x="482999" y="93464"/>
                </a:cubicBezTo>
                <a:lnTo>
                  <a:pt x="472284" y="169664"/>
                </a:lnTo>
                <a:cubicBezTo>
                  <a:pt x="469903" y="186531"/>
                  <a:pt x="464594" y="202158"/>
                  <a:pt x="456359" y="216545"/>
                </a:cubicBezTo>
                <a:cubicBezTo>
                  <a:pt x="448124" y="230932"/>
                  <a:pt x="438549" y="242689"/>
                  <a:pt x="427635" y="251817"/>
                </a:cubicBezTo>
                <a:cubicBezTo>
                  <a:pt x="416721" y="260945"/>
                  <a:pt x="405014" y="270322"/>
                  <a:pt x="392512" y="279946"/>
                </a:cubicBezTo>
                <a:cubicBezTo>
                  <a:pt x="380010" y="289570"/>
                  <a:pt x="368451" y="298400"/>
                  <a:pt x="357835" y="306437"/>
                </a:cubicBezTo>
                <a:cubicBezTo>
                  <a:pt x="347219" y="314474"/>
                  <a:pt x="337892" y="324247"/>
                  <a:pt x="329855" y="335756"/>
                </a:cubicBezTo>
                <a:cubicBezTo>
                  <a:pt x="321819" y="347266"/>
                  <a:pt x="316808" y="359569"/>
                  <a:pt x="314824" y="372666"/>
                </a:cubicBezTo>
                <a:lnTo>
                  <a:pt x="309764" y="408682"/>
                </a:lnTo>
                <a:lnTo>
                  <a:pt x="436267" y="408682"/>
                </a:lnTo>
                <a:lnTo>
                  <a:pt x="427040" y="471785"/>
                </a:lnTo>
                <a:lnTo>
                  <a:pt x="228503" y="471785"/>
                </a:lnTo>
                <a:lnTo>
                  <a:pt x="237135" y="408682"/>
                </a:lnTo>
                <a:lnTo>
                  <a:pt x="237731" y="408682"/>
                </a:lnTo>
                <a:lnTo>
                  <a:pt x="243386" y="367605"/>
                </a:lnTo>
                <a:cubicBezTo>
                  <a:pt x="245767" y="349349"/>
                  <a:pt x="251175" y="332681"/>
                  <a:pt x="259608" y="317599"/>
                </a:cubicBezTo>
                <a:cubicBezTo>
                  <a:pt x="268042" y="302518"/>
                  <a:pt x="277567" y="290165"/>
                  <a:pt x="288183" y="280541"/>
                </a:cubicBezTo>
                <a:cubicBezTo>
                  <a:pt x="298800" y="270917"/>
                  <a:pt x="310210" y="261194"/>
                  <a:pt x="322414" y="251371"/>
                </a:cubicBezTo>
                <a:cubicBezTo>
                  <a:pt x="334618" y="241548"/>
                  <a:pt x="345978" y="232718"/>
                  <a:pt x="356496" y="224879"/>
                </a:cubicBezTo>
                <a:cubicBezTo>
                  <a:pt x="367013" y="217041"/>
                  <a:pt x="376190" y="207715"/>
                  <a:pt x="384029" y="196900"/>
                </a:cubicBezTo>
                <a:cubicBezTo>
                  <a:pt x="391867" y="186085"/>
                  <a:pt x="396580" y="174625"/>
                  <a:pt x="398167" y="162520"/>
                </a:cubicBezTo>
                <a:lnTo>
                  <a:pt x="407692" y="94357"/>
                </a:lnTo>
                <a:cubicBezTo>
                  <a:pt x="410669" y="73323"/>
                  <a:pt x="403724" y="62806"/>
                  <a:pt x="386857" y="62806"/>
                </a:cubicBezTo>
                <a:cubicBezTo>
                  <a:pt x="369989" y="62806"/>
                  <a:pt x="360067" y="73323"/>
                  <a:pt x="357091" y="94357"/>
                </a:cubicBezTo>
                <a:lnTo>
                  <a:pt x="346375" y="172045"/>
                </a:lnTo>
                <a:lnTo>
                  <a:pt x="272259" y="172045"/>
                </a:lnTo>
                <a:lnTo>
                  <a:pt x="282974" y="93464"/>
                </a:lnTo>
                <a:cubicBezTo>
                  <a:pt x="291706" y="31155"/>
                  <a:pt x="329409" y="0"/>
                  <a:pt x="396084" y="0"/>
                </a:cubicBezTo>
                <a:close/>
                <a:moveTo>
                  <a:pt x="155578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8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8" y="476449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defRPr/>
            </a:pPr>
            <a:endParaRPr lang="zh-CN" altLang="en-US" sz="28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5" name="文本框 50"/>
          <p:cNvSpPr txBox="1"/>
          <p:nvPr userDrawn="1"/>
        </p:nvSpPr>
        <p:spPr>
          <a:xfrm>
            <a:off x="2546350" y="3517900"/>
            <a:ext cx="414338" cy="409575"/>
          </a:xfrm>
          <a:custGeom>
            <a:avLst/>
            <a:gdLst/>
            <a:ahLst/>
            <a:cxnLst/>
            <a:rect l="l" t="t" r="r" b="b"/>
            <a:pathLst>
              <a:path w="483208" h="476250">
                <a:moveTo>
                  <a:pt x="146946" y="62805"/>
                </a:moveTo>
                <a:cubicBezTo>
                  <a:pt x="129681" y="62805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5"/>
                  <a:pt x="146946" y="62805"/>
                </a:cubicBezTo>
                <a:close/>
                <a:moveTo>
                  <a:pt x="394596" y="0"/>
                </a:moveTo>
                <a:cubicBezTo>
                  <a:pt x="426742" y="0"/>
                  <a:pt x="450456" y="7193"/>
                  <a:pt x="465735" y="21580"/>
                </a:cubicBezTo>
                <a:cubicBezTo>
                  <a:pt x="481015" y="35967"/>
                  <a:pt x="486274" y="59928"/>
                  <a:pt x="481511" y="93464"/>
                </a:cubicBezTo>
                <a:lnTo>
                  <a:pt x="471391" y="166985"/>
                </a:lnTo>
                <a:cubicBezTo>
                  <a:pt x="469009" y="184646"/>
                  <a:pt x="463900" y="198884"/>
                  <a:pt x="456061" y="209699"/>
                </a:cubicBezTo>
                <a:cubicBezTo>
                  <a:pt x="448223" y="220514"/>
                  <a:pt x="436565" y="229493"/>
                  <a:pt x="421087" y="236637"/>
                </a:cubicBezTo>
                <a:lnTo>
                  <a:pt x="419896" y="239613"/>
                </a:lnTo>
                <a:cubicBezTo>
                  <a:pt x="433390" y="246757"/>
                  <a:pt x="442717" y="255736"/>
                  <a:pt x="447876" y="266551"/>
                </a:cubicBezTo>
                <a:cubicBezTo>
                  <a:pt x="453035" y="277366"/>
                  <a:pt x="454226" y="291604"/>
                  <a:pt x="451448" y="309265"/>
                </a:cubicBezTo>
                <a:lnTo>
                  <a:pt x="441327" y="382786"/>
                </a:lnTo>
                <a:cubicBezTo>
                  <a:pt x="436565" y="416322"/>
                  <a:pt x="424460" y="440283"/>
                  <a:pt x="405014" y="454670"/>
                </a:cubicBezTo>
                <a:cubicBezTo>
                  <a:pt x="385567" y="469057"/>
                  <a:pt x="359770" y="476250"/>
                  <a:pt x="327623" y="476250"/>
                </a:cubicBezTo>
                <a:cubicBezTo>
                  <a:pt x="295476" y="476250"/>
                  <a:pt x="271862" y="469057"/>
                  <a:pt x="256781" y="454670"/>
                </a:cubicBezTo>
                <a:cubicBezTo>
                  <a:pt x="241700" y="440283"/>
                  <a:pt x="236540" y="416322"/>
                  <a:pt x="241303" y="382786"/>
                </a:cubicBezTo>
                <a:lnTo>
                  <a:pt x="250232" y="316706"/>
                </a:lnTo>
                <a:lnTo>
                  <a:pt x="324646" y="316706"/>
                </a:lnTo>
                <a:lnTo>
                  <a:pt x="316014" y="381893"/>
                </a:lnTo>
                <a:cubicBezTo>
                  <a:pt x="313038" y="402927"/>
                  <a:pt x="319983" y="413445"/>
                  <a:pt x="336850" y="413445"/>
                </a:cubicBezTo>
                <a:cubicBezTo>
                  <a:pt x="353717" y="413445"/>
                  <a:pt x="363639" y="402927"/>
                  <a:pt x="366616" y="381893"/>
                </a:cubicBezTo>
                <a:lnTo>
                  <a:pt x="376736" y="306586"/>
                </a:lnTo>
                <a:cubicBezTo>
                  <a:pt x="380506" y="280789"/>
                  <a:pt x="369890" y="267990"/>
                  <a:pt x="344887" y="268188"/>
                </a:cubicBezTo>
                <a:lnTo>
                  <a:pt x="324944" y="268188"/>
                </a:lnTo>
                <a:lnTo>
                  <a:pt x="333278" y="208062"/>
                </a:lnTo>
                <a:lnTo>
                  <a:pt x="352924" y="208062"/>
                </a:lnTo>
                <a:cubicBezTo>
                  <a:pt x="377927" y="208062"/>
                  <a:pt x="392314" y="195263"/>
                  <a:pt x="396084" y="169664"/>
                </a:cubicBezTo>
                <a:lnTo>
                  <a:pt x="406800" y="94357"/>
                </a:lnTo>
                <a:cubicBezTo>
                  <a:pt x="409776" y="73323"/>
                  <a:pt x="402831" y="62805"/>
                  <a:pt x="385963" y="62805"/>
                </a:cubicBezTo>
                <a:cubicBezTo>
                  <a:pt x="369096" y="62805"/>
                  <a:pt x="359075" y="73323"/>
                  <a:pt x="355900" y="94357"/>
                </a:cubicBezTo>
                <a:lnTo>
                  <a:pt x="347268" y="159246"/>
                </a:lnTo>
                <a:lnTo>
                  <a:pt x="272854" y="159246"/>
                </a:lnTo>
                <a:lnTo>
                  <a:pt x="281784" y="93464"/>
                </a:lnTo>
                <a:cubicBezTo>
                  <a:pt x="286546" y="59928"/>
                  <a:pt x="298601" y="35967"/>
                  <a:pt x="317949" y="21580"/>
                </a:cubicBezTo>
                <a:cubicBezTo>
                  <a:pt x="337297" y="7193"/>
                  <a:pt x="362845" y="0"/>
                  <a:pt x="394596" y="0"/>
                </a:cubicBezTo>
                <a:close/>
                <a:moveTo>
                  <a:pt x="155577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7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defRPr/>
            </a:pPr>
            <a:endParaRPr lang="zh-CN" altLang="en-US" sz="28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6" name="文本框 55"/>
          <p:cNvSpPr txBox="1"/>
          <p:nvPr userDrawn="1"/>
        </p:nvSpPr>
        <p:spPr>
          <a:xfrm>
            <a:off x="2546350" y="4271963"/>
            <a:ext cx="420688" cy="407987"/>
          </a:xfrm>
          <a:custGeom>
            <a:avLst/>
            <a:gdLst/>
            <a:ahLst/>
            <a:cxnLst/>
            <a:rect l="l" t="t" r="r" b="b"/>
            <a:pathLst>
              <a:path w="490738" h="476250">
                <a:moveTo>
                  <a:pt x="399656" y="74414"/>
                </a:moveTo>
                <a:lnTo>
                  <a:pt x="313335" y="306586"/>
                </a:lnTo>
                <a:lnTo>
                  <a:pt x="372867" y="306586"/>
                </a:lnTo>
                <a:lnTo>
                  <a:pt x="405311" y="74414"/>
                </a:lnTo>
                <a:close/>
                <a:moveTo>
                  <a:pt x="146946" y="62806"/>
                </a:moveTo>
                <a:cubicBezTo>
                  <a:pt x="129681" y="62806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4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6"/>
                  <a:pt x="146946" y="62806"/>
                </a:cubicBezTo>
                <a:close/>
                <a:moveTo>
                  <a:pt x="365128" y="4465"/>
                </a:moveTo>
                <a:lnTo>
                  <a:pt x="490738" y="4465"/>
                </a:lnTo>
                <a:lnTo>
                  <a:pt x="447876" y="306586"/>
                </a:lnTo>
                <a:lnTo>
                  <a:pt x="480916" y="306586"/>
                </a:lnTo>
                <a:lnTo>
                  <a:pt x="472284" y="369689"/>
                </a:lnTo>
                <a:lnTo>
                  <a:pt x="438946" y="369689"/>
                </a:lnTo>
                <a:lnTo>
                  <a:pt x="424659" y="471785"/>
                </a:lnTo>
                <a:lnTo>
                  <a:pt x="349352" y="471785"/>
                </a:lnTo>
                <a:lnTo>
                  <a:pt x="363639" y="369689"/>
                </a:lnTo>
                <a:lnTo>
                  <a:pt x="237731" y="369689"/>
                </a:lnTo>
                <a:lnTo>
                  <a:pt x="246363" y="306586"/>
                </a:lnTo>
                <a:close/>
                <a:moveTo>
                  <a:pt x="155578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8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defRPr/>
            </a:pPr>
            <a:endParaRPr lang="zh-CN" altLang="en-US" sz="28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7" name="文本框 64"/>
          <p:cNvSpPr txBox="1"/>
          <p:nvPr userDrawn="1"/>
        </p:nvSpPr>
        <p:spPr>
          <a:xfrm>
            <a:off x="2551113" y="5080000"/>
            <a:ext cx="415925" cy="409575"/>
          </a:xfrm>
          <a:custGeom>
            <a:avLst/>
            <a:gdLst/>
            <a:ahLst/>
            <a:cxnLst/>
            <a:rect l="l" t="t" r="r" b="b"/>
            <a:pathLst>
              <a:path w="484488" h="476250">
                <a:moveTo>
                  <a:pt x="146946" y="62806"/>
                </a:moveTo>
                <a:cubicBezTo>
                  <a:pt x="129681" y="62806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6"/>
                  <a:pt x="146946" y="62806"/>
                </a:cubicBezTo>
                <a:close/>
                <a:moveTo>
                  <a:pt x="293095" y="4465"/>
                </a:moveTo>
                <a:lnTo>
                  <a:pt x="484488" y="4465"/>
                </a:lnTo>
                <a:lnTo>
                  <a:pt x="475856" y="67270"/>
                </a:lnTo>
                <a:lnTo>
                  <a:pt x="358579" y="67270"/>
                </a:lnTo>
                <a:lnTo>
                  <a:pt x="343399" y="176510"/>
                </a:lnTo>
                <a:cubicBezTo>
                  <a:pt x="354114" y="164406"/>
                  <a:pt x="369493" y="158353"/>
                  <a:pt x="389535" y="158353"/>
                </a:cubicBezTo>
                <a:cubicBezTo>
                  <a:pt x="413546" y="158353"/>
                  <a:pt x="432100" y="165646"/>
                  <a:pt x="445197" y="180231"/>
                </a:cubicBezTo>
                <a:cubicBezTo>
                  <a:pt x="458294" y="194816"/>
                  <a:pt x="462560" y="218381"/>
                  <a:pt x="457996" y="250924"/>
                </a:cubicBezTo>
                <a:lnTo>
                  <a:pt x="439839" y="381893"/>
                </a:lnTo>
                <a:cubicBezTo>
                  <a:pt x="435077" y="415429"/>
                  <a:pt x="422972" y="439390"/>
                  <a:pt x="403525" y="453777"/>
                </a:cubicBezTo>
                <a:cubicBezTo>
                  <a:pt x="384078" y="468164"/>
                  <a:pt x="358281" y="475357"/>
                  <a:pt x="326135" y="475357"/>
                </a:cubicBezTo>
                <a:cubicBezTo>
                  <a:pt x="294385" y="475357"/>
                  <a:pt x="270870" y="468164"/>
                  <a:pt x="255590" y="453777"/>
                </a:cubicBezTo>
                <a:cubicBezTo>
                  <a:pt x="240310" y="439390"/>
                  <a:pt x="235052" y="415429"/>
                  <a:pt x="239814" y="381893"/>
                </a:cubicBezTo>
                <a:lnTo>
                  <a:pt x="248446" y="322362"/>
                </a:lnTo>
                <a:lnTo>
                  <a:pt x="322563" y="322362"/>
                </a:lnTo>
                <a:lnTo>
                  <a:pt x="314228" y="380405"/>
                </a:lnTo>
                <a:cubicBezTo>
                  <a:pt x="311252" y="401836"/>
                  <a:pt x="318247" y="412502"/>
                  <a:pt x="335213" y="412403"/>
                </a:cubicBezTo>
                <a:cubicBezTo>
                  <a:pt x="352180" y="412304"/>
                  <a:pt x="362151" y="401638"/>
                  <a:pt x="365128" y="380405"/>
                </a:cubicBezTo>
                <a:lnTo>
                  <a:pt x="382987" y="254496"/>
                </a:lnTo>
                <a:cubicBezTo>
                  <a:pt x="385963" y="233065"/>
                  <a:pt x="379018" y="222349"/>
                  <a:pt x="362151" y="222349"/>
                </a:cubicBezTo>
                <a:cubicBezTo>
                  <a:pt x="345284" y="222349"/>
                  <a:pt x="335263" y="233065"/>
                  <a:pt x="332088" y="254496"/>
                </a:cubicBezTo>
                <a:lnTo>
                  <a:pt x="328516" y="279202"/>
                </a:lnTo>
                <a:lnTo>
                  <a:pt x="254400" y="279202"/>
                </a:lnTo>
                <a:close/>
                <a:moveTo>
                  <a:pt x="155577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7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defRPr/>
            </a:pPr>
            <a:endParaRPr lang="zh-CN" altLang="en-US" sz="28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矩形: 圆角 58"/>
          <p:cNvSpPr/>
          <p:nvPr userDrawn="1"/>
        </p:nvSpPr>
        <p:spPr>
          <a:xfrm>
            <a:off x="2198688" y="2700338"/>
            <a:ext cx="7958137" cy="511175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endParaRPr lang="zh-CN" altLang="en-US" sz="1200" dirty="0">
              <a:solidFill>
                <a:prstClr val="white"/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矩形: 圆角 58"/>
          <p:cNvSpPr/>
          <p:nvPr userDrawn="1"/>
        </p:nvSpPr>
        <p:spPr>
          <a:xfrm>
            <a:off x="2198688" y="3475038"/>
            <a:ext cx="7958137" cy="509587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endParaRPr lang="zh-CN" altLang="en-US" sz="1200" dirty="0">
              <a:solidFill>
                <a:prstClr val="white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矩形: 圆角 58"/>
          <p:cNvSpPr/>
          <p:nvPr userDrawn="1"/>
        </p:nvSpPr>
        <p:spPr>
          <a:xfrm>
            <a:off x="2198688" y="4237038"/>
            <a:ext cx="7958137" cy="509587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endParaRPr lang="zh-CN" altLang="en-US" sz="1200" dirty="0">
              <a:solidFill>
                <a:prstClr val="white"/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矩形: 圆角 58"/>
          <p:cNvSpPr/>
          <p:nvPr userDrawn="1"/>
        </p:nvSpPr>
        <p:spPr>
          <a:xfrm>
            <a:off x="2198688" y="5029200"/>
            <a:ext cx="7958137" cy="511175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endParaRPr lang="zh-CN" altLang="en-US" sz="1200" dirty="0">
              <a:solidFill>
                <a:prstClr val="white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标题 1"/>
          <p:cNvSpPr txBox="1"/>
          <p:nvPr userDrawn="1"/>
        </p:nvSpPr>
        <p:spPr>
          <a:xfrm>
            <a:off x="2706688" y="1227138"/>
            <a:ext cx="6778625" cy="415925"/>
          </a:xfrm>
          <a:prstGeom prst="rect">
            <a:avLst/>
          </a:prstGeom>
        </p:spPr>
        <p:txBody>
          <a:bodyPr/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</a:rPr>
              <a:t>目 录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10"/>
          </p:nvPr>
        </p:nvSpPr>
        <p:spPr>
          <a:xfrm>
            <a:off x="3162748" y="1999965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1"/>
          </p:nvPr>
        </p:nvSpPr>
        <p:spPr>
          <a:xfrm>
            <a:off x="9398715" y="2000250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文本占位符 27"/>
          <p:cNvSpPr>
            <a:spLocks noGrp="1"/>
          </p:cNvSpPr>
          <p:nvPr>
            <p:ph type="body" sz="quarter" idx="12"/>
          </p:nvPr>
        </p:nvSpPr>
        <p:spPr>
          <a:xfrm>
            <a:off x="3162748" y="2786012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文本占位符 29"/>
          <p:cNvSpPr>
            <a:spLocks noGrp="1"/>
          </p:cNvSpPr>
          <p:nvPr>
            <p:ph type="body" sz="quarter" idx="13"/>
          </p:nvPr>
        </p:nvSpPr>
        <p:spPr>
          <a:xfrm>
            <a:off x="9398715" y="2786297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3" name="文本占位符 27"/>
          <p:cNvSpPr>
            <a:spLocks noGrp="1"/>
          </p:cNvSpPr>
          <p:nvPr>
            <p:ph type="body" sz="quarter" idx="14"/>
          </p:nvPr>
        </p:nvSpPr>
        <p:spPr>
          <a:xfrm>
            <a:off x="3162748" y="3572171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4" name="文本占位符 29"/>
          <p:cNvSpPr>
            <a:spLocks noGrp="1"/>
          </p:cNvSpPr>
          <p:nvPr>
            <p:ph type="body" sz="quarter" idx="15"/>
          </p:nvPr>
        </p:nvSpPr>
        <p:spPr>
          <a:xfrm>
            <a:off x="9398715" y="3572456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5" name="文本占位符 27"/>
          <p:cNvSpPr>
            <a:spLocks noGrp="1"/>
          </p:cNvSpPr>
          <p:nvPr>
            <p:ph type="body" sz="quarter" idx="16"/>
          </p:nvPr>
        </p:nvSpPr>
        <p:spPr>
          <a:xfrm>
            <a:off x="3162748" y="4316507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6" name="文本占位符 29"/>
          <p:cNvSpPr>
            <a:spLocks noGrp="1"/>
          </p:cNvSpPr>
          <p:nvPr>
            <p:ph type="body" sz="quarter" idx="17"/>
          </p:nvPr>
        </p:nvSpPr>
        <p:spPr>
          <a:xfrm>
            <a:off x="9398715" y="4316792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7" name="文本占位符 27"/>
          <p:cNvSpPr>
            <a:spLocks noGrp="1"/>
          </p:cNvSpPr>
          <p:nvPr>
            <p:ph type="body" sz="quarter" idx="18"/>
          </p:nvPr>
        </p:nvSpPr>
        <p:spPr>
          <a:xfrm>
            <a:off x="3162748" y="5120171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8" name="文本占位符 29"/>
          <p:cNvSpPr>
            <a:spLocks noGrp="1"/>
          </p:cNvSpPr>
          <p:nvPr>
            <p:ph type="body" sz="quarter" idx="19"/>
          </p:nvPr>
        </p:nvSpPr>
        <p:spPr>
          <a:xfrm>
            <a:off x="9398715" y="5120456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58"/>
          <p:cNvSpPr/>
          <p:nvPr userDrawn="1"/>
        </p:nvSpPr>
        <p:spPr>
          <a:xfrm>
            <a:off x="2198688" y="1925638"/>
            <a:ext cx="7958137" cy="509587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endParaRPr lang="zh-CN" altLang="en-US" sz="1200" dirty="0">
              <a:solidFill>
                <a:prstClr val="white"/>
              </a:solidFill>
              <a:sym typeface="微软雅黑" panose="020B0503020204020204" pitchFamily="34" charset="-122"/>
            </a:endParaRPr>
          </a:p>
        </p:txBody>
      </p:sp>
      <p:sp>
        <p:nvSpPr>
          <p:cNvPr id="3" name="文本框 43"/>
          <p:cNvSpPr txBox="1"/>
          <p:nvPr userDrawn="1"/>
        </p:nvSpPr>
        <p:spPr>
          <a:xfrm>
            <a:off x="2546350" y="1974850"/>
            <a:ext cx="357188" cy="409575"/>
          </a:xfrm>
          <a:custGeom>
            <a:avLst/>
            <a:gdLst/>
            <a:ahLst/>
            <a:cxnLst/>
            <a:rect l="l" t="t" r="r" b="b"/>
            <a:pathLst>
              <a:path w="416920" h="476250">
                <a:moveTo>
                  <a:pt x="146946" y="62805"/>
                </a:moveTo>
                <a:cubicBezTo>
                  <a:pt x="129681" y="62805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5"/>
                  <a:pt x="146946" y="62805"/>
                </a:cubicBezTo>
                <a:close/>
                <a:moveTo>
                  <a:pt x="342208" y="4465"/>
                </a:moveTo>
                <a:lnTo>
                  <a:pt x="330004" y="89297"/>
                </a:lnTo>
                <a:cubicBezTo>
                  <a:pt x="315518" y="107156"/>
                  <a:pt x="296567" y="116086"/>
                  <a:pt x="273152" y="116086"/>
                </a:cubicBezTo>
                <a:lnTo>
                  <a:pt x="282974" y="45541"/>
                </a:lnTo>
                <a:cubicBezTo>
                  <a:pt x="293095" y="45541"/>
                  <a:pt x="303562" y="41970"/>
                  <a:pt x="314377" y="34826"/>
                </a:cubicBezTo>
                <a:cubicBezTo>
                  <a:pt x="325192" y="27682"/>
                  <a:pt x="334469" y="17562"/>
                  <a:pt x="342208" y="4465"/>
                </a:cubicBezTo>
                <a:close/>
                <a:moveTo>
                  <a:pt x="342208" y="4465"/>
                </a:moveTo>
                <a:lnTo>
                  <a:pt x="416920" y="4465"/>
                </a:lnTo>
                <a:lnTo>
                  <a:pt x="350840" y="471785"/>
                </a:lnTo>
                <a:lnTo>
                  <a:pt x="276128" y="471785"/>
                </a:lnTo>
                <a:close/>
                <a:moveTo>
                  <a:pt x="155577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7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defRPr/>
            </a:pPr>
            <a:endParaRPr lang="zh-CN" altLang="en-US" sz="28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4" name="文本框 44"/>
          <p:cNvSpPr txBox="1"/>
          <p:nvPr userDrawn="1"/>
        </p:nvSpPr>
        <p:spPr>
          <a:xfrm>
            <a:off x="2546350" y="2759075"/>
            <a:ext cx="415925" cy="409575"/>
          </a:xfrm>
          <a:custGeom>
            <a:avLst/>
            <a:gdLst/>
            <a:ahLst/>
            <a:cxnLst/>
            <a:rect l="l" t="t" r="r" b="b"/>
            <a:pathLst>
              <a:path w="484680" h="476250">
                <a:moveTo>
                  <a:pt x="146946" y="62806"/>
                </a:moveTo>
                <a:cubicBezTo>
                  <a:pt x="129681" y="62806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6"/>
                  <a:pt x="146946" y="62806"/>
                </a:cubicBezTo>
                <a:close/>
                <a:moveTo>
                  <a:pt x="396084" y="0"/>
                </a:moveTo>
                <a:cubicBezTo>
                  <a:pt x="427834" y="0"/>
                  <a:pt x="451448" y="7193"/>
                  <a:pt x="466926" y="21580"/>
                </a:cubicBezTo>
                <a:cubicBezTo>
                  <a:pt x="482404" y="35967"/>
                  <a:pt x="487762" y="59928"/>
                  <a:pt x="482999" y="93464"/>
                </a:cubicBezTo>
                <a:lnTo>
                  <a:pt x="472284" y="169664"/>
                </a:lnTo>
                <a:cubicBezTo>
                  <a:pt x="469903" y="186531"/>
                  <a:pt x="464594" y="202158"/>
                  <a:pt x="456359" y="216545"/>
                </a:cubicBezTo>
                <a:cubicBezTo>
                  <a:pt x="448124" y="230932"/>
                  <a:pt x="438549" y="242689"/>
                  <a:pt x="427635" y="251817"/>
                </a:cubicBezTo>
                <a:cubicBezTo>
                  <a:pt x="416721" y="260945"/>
                  <a:pt x="405014" y="270322"/>
                  <a:pt x="392512" y="279946"/>
                </a:cubicBezTo>
                <a:cubicBezTo>
                  <a:pt x="380010" y="289570"/>
                  <a:pt x="368451" y="298400"/>
                  <a:pt x="357835" y="306437"/>
                </a:cubicBezTo>
                <a:cubicBezTo>
                  <a:pt x="347219" y="314474"/>
                  <a:pt x="337892" y="324247"/>
                  <a:pt x="329855" y="335756"/>
                </a:cubicBezTo>
                <a:cubicBezTo>
                  <a:pt x="321819" y="347266"/>
                  <a:pt x="316808" y="359569"/>
                  <a:pt x="314824" y="372666"/>
                </a:cubicBezTo>
                <a:lnTo>
                  <a:pt x="309764" y="408682"/>
                </a:lnTo>
                <a:lnTo>
                  <a:pt x="436267" y="408682"/>
                </a:lnTo>
                <a:lnTo>
                  <a:pt x="427040" y="471785"/>
                </a:lnTo>
                <a:lnTo>
                  <a:pt x="228503" y="471785"/>
                </a:lnTo>
                <a:lnTo>
                  <a:pt x="237135" y="408682"/>
                </a:lnTo>
                <a:lnTo>
                  <a:pt x="237731" y="408682"/>
                </a:lnTo>
                <a:lnTo>
                  <a:pt x="243386" y="367605"/>
                </a:lnTo>
                <a:cubicBezTo>
                  <a:pt x="245767" y="349349"/>
                  <a:pt x="251175" y="332681"/>
                  <a:pt x="259608" y="317599"/>
                </a:cubicBezTo>
                <a:cubicBezTo>
                  <a:pt x="268042" y="302518"/>
                  <a:pt x="277567" y="290165"/>
                  <a:pt x="288183" y="280541"/>
                </a:cubicBezTo>
                <a:cubicBezTo>
                  <a:pt x="298800" y="270917"/>
                  <a:pt x="310210" y="261194"/>
                  <a:pt x="322414" y="251371"/>
                </a:cubicBezTo>
                <a:cubicBezTo>
                  <a:pt x="334618" y="241548"/>
                  <a:pt x="345978" y="232718"/>
                  <a:pt x="356496" y="224879"/>
                </a:cubicBezTo>
                <a:cubicBezTo>
                  <a:pt x="367013" y="217041"/>
                  <a:pt x="376190" y="207715"/>
                  <a:pt x="384029" y="196900"/>
                </a:cubicBezTo>
                <a:cubicBezTo>
                  <a:pt x="391867" y="186085"/>
                  <a:pt x="396580" y="174625"/>
                  <a:pt x="398167" y="162520"/>
                </a:cubicBezTo>
                <a:lnTo>
                  <a:pt x="407692" y="94357"/>
                </a:lnTo>
                <a:cubicBezTo>
                  <a:pt x="410669" y="73323"/>
                  <a:pt x="403724" y="62806"/>
                  <a:pt x="386857" y="62806"/>
                </a:cubicBezTo>
                <a:cubicBezTo>
                  <a:pt x="369989" y="62806"/>
                  <a:pt x="360067" y="73323"/>
                  <a:pt x="357091" y="94357"/>
                </a:cubicBezTo>
                <a:lnTo>
                  <a:pt x="346375" y="172045"/>
                </a:lnTo>
                <a:lnTo>
                  <a:pt x="272259" y="172045"/>
                </a:lnTo>
                <a:lnTo>
                  <a:pt x="282974" y="93464"/>
                </a:lnTo>
                <a:cubicBezTo>
                  <a:pt x="291706" y="31155"/>
                  <a:pt x="329409" y="0"/>
                  <a:pt x="396084" y="0"/>
                </a:cubicBezTo>
                <a:close/>
                <a:moveTo>
                  <a:pt x="155578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8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8" y="476449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defRPr/>
            </a:pPr>
            <a:endParaRPr lang="zh-CN" altLang="en-US" sz="28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5" name="文本框 50"/>
          <p:cNvSpPr txBox="1"/>
          <p:nvPr userDrawn="1"/>
        </p:nvSpPr>
        <p:spPr>
          <a:xfrm>
            <a:off x="2546350" y="3517900"/>
            <a:ext cx="414338" cy="409575"/>
          </a:xfrm>
          <a:custGeom>
            <a:avLst/>
            <a:gdLst/>
            <a:ahLst/>
            <a:cxnLst/>
            <a:rect l="l" t="t" r="r" b="b"/>
            <a:pathLst>
              <a:path w="483208" h="476250">
                <a:moveTo>
                  <a:pt x="146946" y="62805"/>
                </a:moveTo>
                <a:cubicBezTo>
                  <a:pt x="129681" y="62805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5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5"/>
                  <a:pt x="146946" y="62805"/>
                </a:cubicBezTo>
                <a:close/>
                <a:moveTo>
                  <a:pt x="394596" y="0"/>
                </a:moveTo>
                <a:cubicBezTo>
                  <a:pt x="426742" y="0"/>
                  <a:pt x="450456" y="7193"/>
                  <a:pt x="465735" y="21580"/>
                </a:cubicBezTo>
                <a:cubicBezTo>
                  <a:pt x="481015" y="35967"/>
                  <a:pt x="486274" y="59928"/>
                  <a:pt x="481511" y="93464"/>
                </a:cubicBezTo>
                <a:lnTo>
                  <a:pt x="471391" y="166985"/>
                </a:lnTo>
                <a:cubicBezTo>
                  <a:pt x="469009" y="184646"/>
                  <a:pt x="463900" y="198884"/>
                  <a:pt x="456061" y="209699"/>
                </a:cubicBezTo>
                <a:cubicBezTo>
                  <a:pt x="448223" y="220514"/>
                  <a:pt x="436565" y="229493"/>
                  <a:pt x="421087" y="236637"/>
                </a:cubicBezTo>
                <a:lnTo>
                  <a:pt x="419896" y="239613"/>
                </a:lnTo>
                <a:cubicBezTo>
                  <a:pt x="433390" y="246757"/>
                  <a:pt x="442717" y="255736"/>
                  <a:pt x="447876" y="266551"/>
                </a:cubicBezTo>
                <a:cubicBezTo>
                  <a:pt x="453035" y="277366"/>
                  <a:pt x="454226" y="291604"/>
                  <a:pt x="451448" y="309265"/>
                </a:cubicBezTo>
                <a:lnTo>
                  <a:pt x="441327" y="382786"/>
                </a:lnTo>
                <a:cubicBezTo>
                  <a:pt x="436565" y="416322"/>
                  <a:pt x="424460" y="440283"/>
                  <a:pt x="405014" y="454670"/>
                </a:cubicBezTo>
                <a:cubicBezTo>
                  <a:pt x="385567" y="469057"/>
                  <a:pt x="359770" y="476250"/>
                  <a:pt x="327623" y="476250"/>
                </a:cubicBezTo>
                <a:cubicBezTo>
                  <a:pt x="295476" y="476250"/>
                  <a:pt x="271862" y="469057"/>
                  <a:pt x="256781" y="454670"/>
                </a:cubicBezTo>
                <a:cubicBezTo>
                  <a:pt x="241700" y="440283"/>
                  <a:pt x="236540" y="416322"/>
                  <a:pt x="241303" y="382786"/>
                </a:cubicBezTo>
                <a:lnTo>
                  <a:pt x="250232" y="316706"/>
                </a:lnTo>
                <a:lnTo>
                  <a:pt x="324646" y="316706"/>
                </a:lnTo>
                <a:lnTo>
                  <a:pt x="316014" y="381893"/>
                </a:lnTo>
                <a:cubicBezTo>
                  <a:pt x="313038" y="402927"/>
                  <a:pt x="319983" y="413445"/>
                  <a:pt x="336850" y="413445"/>
                </a:cubicBezTo>
                <a:cubicBezTo>
                  <a:pt x="353717" y="413445"/>
                  <a:pt x="363639" y="402927"/>
                  <a:pt x="366616" y="381893"/>
                </a:cubicBezTo>
                <a:lnTo>
                  <a:pt x="376736" y="306586"/>
                </a:lnTo>
                <a:cubicBezTo>
                  <a:pt x="380506" y="280789"/>
                  <a:pt x="369890" y="267990"/>
                  <a:pt x="344887" y="268188"/>
                </a:cubicBezTo>
                <a:lnTo>
                  <a:pt x="324944" y="268188"/>
                </a:lnTo>
                <a:lnTo>
                  <a:pt x="333278" y="208062"/>
                </a:lnTo>
                <a:lnTo>
                  <a:pt x="352924" y="208062"/>
                </a:lnTo>
                <a:cubicBezTo>
                  <a:pt x="377927" y="208062"/>
                  <a:pt x="392314" y="195263"/>
                  <a:pt x="396084" y="169664"/>
                </a:cubicBezTo>
                <a:lnTo>
                  <a:pt x="406800" y="94357"/>
                </a:lnTo>
                <a:cubicBezTo>
                  <a:pt x="409776" y="73323"/>
                  <a:pt x="402831" y="62805"/>
                  <a:pt x="385963" y="62805"/>
                </a:cubicBezTo>
                <a:cubicBezTo>
                  <a:pt x="369096" y="62805"/>
                  <a:pt x="359075" y="73323"/>
                  <a:pt x="355900" y="94357"/>
                </a:cubicBezTo>
                <a:lnTo>
                  <a:pt x="347268" y="159246"/>
                </a:lnTo>
                <a:lnTo>
                  <a:pt x="272854" y="159246"/>
                </a:lnTo>
                <a:lnTo>
                  <a:pt x="281784" y="93464"/>
                </a:lnTo>
                <a:cubicBezTo>
                  <a:pt x="286546" y="59928"/>
                  <a:pt x="298601" y="35967"/>
                  <a:pt x="317949" y="21580"/>
                </a:cubicBezTo>
                <a:cubicBezTo>
                  <a:pt x="337297" y="7193"/>
                  <a:pt x="362845" y="0"/>
                  <a:pt x="394596" y="0"/>
                </a:cubicBezTo>
                <a:close/>
                <a:moveTo>
                  <a:pt x="155577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7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defRPr/>
            </a:pPr>
            <a:endParaRPr lang="zh-CN" altLang="en-US" sz="28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6" name="文本框 55"/>
          <p:cNvSpPr txBox="1"/>
          <p:nvPr userDrawn="1"/>
        </p:nvSpPr>
        <p:spPr>
          <a:xfrm>
            <a:off x="2546350" y="4271963"/>
            <a:ext cx="420688" cy="407987"/>
          </a:xfrm>
          <a:custGeom>
            <a:avLst/>
            <a:gdLst/>
            <a:ahLst/>
            <a:cxnLst/>
            <a:rect l="l" t="t" r="r" b="b"/>
            <a:pathLst>
              <a:path w="490738" h="476250">
                <a:moveTo>
                  <a:pt x="399656" y="74414"/>
                </a:moveTo>
                <a:lnTo>
                  <a:pt x="313335" y="306586"/>
                </a:lnTo>
                <a:lnTo>
                  <a:pt x="372867" y="306586"/>
                </a:lnTo>
                <a:lnTo>
                  <a:pt x="405311" y="74414"/>
                </a:lnTo>
                <a:close/>
                <a:moveTo>
                  <a:pt x="146946" y="62806"/>
                </a:moveTo>
                <a:cubicBezTo>
                  <a:pt x="129681" y="62806"/>
                  <a:pt x="119660" y="73323"/>
                  <a:pt x="116882" y="94357"/>
                </a:cubicBezTo>
                <a:lnTo>
                  <a:pt x="76103" y="381893"/>
                </a:lnTo>
                <a:cubicBezTo>
                  <a:pt x="73325" y="402927"/>
                  <a:pt x="80419" y="413445"/>
                  <a:pt x="97386" y="413445"/>
                </a:cubicBezTo>
                <a:cubicBezTo>
                  <a:pt x="114352" y="413445"/>
                  <a:pt x="124224" y="402927"/>
                  <a:pt x="127003" y="381893"/>
                </a:cubicBezTo>
                <a:lnTo>
                  <a:pt x="167781" y="94357"/>
                </a:lnTo>
                <a:cubicBezTo>
                  <a:pt x="170560" y="73323"/>
                  <a:pt x="163614" y="62806"/>
                  <a:pt x="146946" y="62806"/>
                </a:cubicBezTo>
                <a:close/>
                <a:moveTo>
                  <a:pt x="365128" y="4465"/>
                </a:moveTo>
                <a:lnTo>
                  <a:pt x="490738" y="4465"/>
                </a:lnTo>
                <a:lnTo>
                  <a:pt x="447876" y="306586"/>
                </a:lnTo>
                <a:lnTo>
                  <a:pt x="480916" y="306586"/>
                </a:lnTo>
                <a:lnTo>
                  <a:pt x="472284" y="369689"/>
                </a:lnTo>
                <a:lnTo>
                  <a:pt x="438946" y="369689"/>
                </a:lnTo>
                <a:lnTo>
                  <a:pt x="424659" y="471785"/>
                </a:lnTo>
                <a:lnTo>
                  <a:pt x="349352" y="471785"/>
                </a:lnTo>
                <a:lnTo>
                  <a:pt x="363639" y="369689"/>
                </a:lnTo>
                <a:lnTo>
                  <a:pt x="237731" y="369689"/>
                </a:lnTo>
                <a:lnTo>
                  <a:pt x="246363" y="306586"/>
                </a:lnTo>
                <a:close/>
                <a:moveTo>
                  <a:pt x="155578" y="0"/>
                </a:moveTo>
                <a:cubicBezTo>
                  <a:pt x="187327" y="0"/>
                  <a:pt x="210892" y="7193"/>
                  <a:pt x="226271" y="21580"/>
                </a:cubicBezTo>
                <a:cubicBezTo>
                  <a:pt x="241650" y="35967"/>
                  <a:pt x="247057" y="60027"/>
                  <a:pt x="242493" y="93762"/>
                </a:cubicBezTo>
                <a:lnTo>
                  <a:pt x="202310" y="382488"/>
                </a:lnTo>
                <a:cubicBezTo>
                  <a:pt x="193578" y="445195"/>
                  <a:pt x="155578" y="476448"/>
                  <a:pt x="88307" y="476250"/>
                </a:cubicBezTo>
                <a:cubicBezTo>
                  <a:pt x="56557" y="476250"/>
                  <a:pt x="32993" y="469007"/>
                  <a:pt x="17614" y="454521"/>
                </a:cubicBezTo>
                <a:cubicBezTo>
                  <a:pt x="2235" y="440035"/>
                  <a:pt x="-3073" y="416024"/>
                  <a:pt x="1689" y="382488"/>
                </a:cubicBezTo>
                <a:lnTo>
                  <a:pt x="42170" y="93762"/>
                </a:lnTo>
                <a:cubicBezTo>
                  <a:pt x="51100" y="31254"/>
                  <a:pt x="88903" y="0"/>
                  <a:pt x="1555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defRPr/>
            </a:pPr>
            <a:endParaRPr lang="zh-CN" altLang="en-US" sz="28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7" name="矩形: 圆角 58"/>
          <p:cNvSpPr/>
          <p:nvPr userDrawn="1"/>
        </p:nvSpPr>
        <p:spPr>
          <a:xfrm>
            <a:off x="2198688" y="2700338"/>
            <a:ext cx="7958137" cy="511175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endParaRPr lang="zh-CN" altLang="en-US" sz="1200" dirty="0">
              <a:solidFill>
                <a:prstClr val="white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矩形: 圆角 58"/>
          <p:cNvSpPr/>
          <p:nvPr userDrawn="1"/>
        </p:nvSpPr>
        <p:spPr>
          <a:xfrm>
            <a:off x="2198688" y="3475038"/>
            <a:ext cx="7958137" cy="509587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endParaRPr lang="zh-CN" altLang="en-US" sz="1200" dirty="0">
              <a:solidFill>
                <a:prstClr val="white"/>
              </a:solidFill>
              <a:sym typeface="微软雅黑" panose="020B0503020204020204" pitchFamily="34" charset="-122"/>
            </a:endParaRPr>
          </a:p>
        </p:txBody>
      </p:sp>
      <p:sp>
        <p:nvSpPr>
          <p:cNvPr id="9" name="矩形: 圆角 58"/>
          <p:cNvSpPr/>
          <p:nvPr userDrawn="1"/>
        </p:nvSpPr>
        <p:spPr>
          <a:xfrm>
            <a:off x="2198688" y="4237038"/>
            <a:ext cx="7958137" cy="509587"/>
          </a:xfrm>
          <a:prstGeom prst="roundRect">
            <a:avLst>
              <a:gd name="adj" fmla="val 9634"/>
            </a:avLst>
          </a:prstGeom>
          <a:noFill/>
          <a:ln w="6350">
            <a:solidFill>
              <a:srgbClr val="E6E6E6"/>
            </a:solidFill>
          </a:ln>
          <a:effectLst>
            <a:outerShdw blurRad="177800" dist="88900" dir="10800000" algn="r" rotWithShape="0">
              <a:srgbClr val="005DA2">
                <a:alpha val="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endParaRPr lang="zh-CN" altLang="en-US" sz="1200" dirty="0">
              <a:solidFill>
                <a:prstClr val="white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标题 1"/>
          <p:cNvSpPr txBox="1"/>
          <p:nvPr userDrawn="1"/>
        </p:nvSpPr>
        <p:spPr>
          <a:xfrm>
            <a:off x="2706688" y="1227138"/>
            <a:ext cx="6778625" cy="415925"/>
          </a:xfrm>
          <a:prstGeom prst="rect">
            <a:avLst/>
          </a:prstGeom>
        </p:spPr>
        <p:txBody>
          <a:bodyPr/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</a:rPr>
              <a:t>目 录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10"/>
          </p:nvPr>
        </p:nvSpPr>
        <p:spPr>
          <a:xfrm>
            <a:off x="3162748" y="1999965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1"/>
          </p:nvPr>
        </p:nvSpPr>
        <p:spPr>
          <a:xfrm>
            <a:off x="9398715" y="2000250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1" name="文本占位符 27"/>
          <p:cNvSpPr>
            <a:spLocks noGrp="1"/>
          </p:cNvSpPr>
          <p:nvPr>
            <p:ph type="body" sz="quarter" idx="12"/>
          </p:nvPr>
        </p:nvSpPr>
        <p:spPr>
          <a:xfrm>
            <a:off x="3162748" y="2786012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2" name="文本占位符 29"/>
          <p:cNvSpPr>
            <a:spLocks noGrp="1"/>
          </p:cNvSpPr>
          <p:nvPr>
            <p:ph type="body" sz="quarter" idx="13"/>
          </p:nvPr>
        </p:nvSpPr>
        <p:spPr>
          <a:xfrm>
            <a:off x="9398715" y="2786297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3" name="文本占位符 27"/>
          <p:cNvSpPr>
            <a:spLocks noGrp="1"/>
          </p:cNvSpPr>
          <p:nvPr>
            <p:ph type="body" sz="quarter" idx="14"/>
          </p:nvPr>
        </p:nvSpPr>
        <p:spPr>
          <a:xfrm>
            <a:off x="3162748" y="3572171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4" name="文本占位符 29"/>
          <p:cNvSpPr>
            <a:spLocks noGrp="1"/>
          </p:cNvSpPr>
          <p:nvPr>
            <p:ph type="body" sz="quarter" idx="15"/>
          </p:nvPr>
        </p:nvSpPr>
        <p:spPr>
          <a:xfrm>
            <a:off x="9398715" y="3572456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5" name="文本占位符 27"/>
          <p:cNvSpPr>
            <a:spLocks noGrp="1"/>
          </p:cNvSpPr>
          <p:nvPr>
            <p:ph type="body" sz="quarter" idx="16"/>
          </p:nvPr>
        </p:nvSpPr>
        <p:spPr>
          <a:xfrm>
            <a:off x="3162748" y="4316507"/>
            <a:ext cx="5721074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6" name="文本占位符 29"/>
          <p:cNvSpPr>
            <a:spLocks noGrp="1"/>
          </p:cNvSpPr>
          <p:nvPr>
            <p:ph type="body" sz="quarter" idx="17"/>
          </p:nvPr>
        </p:nvSpPr>
        <p:spPr>
          <a:xfrm>
            <a:off x="9398715" y="4316792"/>
            <a:ext cx="595012" cy="3382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 userDrawn="1"/>
        </p:nvSpPr>
        <p:spPr>
          <a:xfrm>
            <a:off x="2706688" y="2884488"/>
            <a:ext cx="6778625" cy="881062"/>
          </a:xfrm>
          <a:prstGeom prst="rect">
            <a:avLst/>
          </a:prstGeom>
        </p:spPr>
        <p:txBody>
          <a:bodyPr/>
          <a:lstStyle>
            <a:lvl1pPr algn="l" defTabSz="96012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2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 sz="9600" b="1" dirty="0">
                <a:solidFill>
                  <a:schemeClr val="bg1"/>
                </a:solidFill>
              </a:rPr>
              <a:t>谢  谢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对外演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email">
            <a:biLevel thresh="25000"/>
          </a:blip>
          <a:stretch>
            <a:fillRect/>
          </a:stretch>
        </p:blipFill>
        <p:spPr>
          <a:xfrm>
            <a:off x="10520979" y="227322"/>
            <a:ext cx="1436133" cy="207620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16540" y="109331"/>
            <a:ext cx="10118377" cy="40206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单击此处编辑标题，微软雅黑，</a:t>
            </a:r>
            <a:r>
              <a:rPr lang="en-US" altLang="zh-CN" dirty="0"/>
              <a:t>28</a:t>
            </a:r>
            <a:r>
              <a:rPr lang="zh-CN" altLang="en-US" dirty="0"/>
              <a:t>号，加粗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-推荐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25500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36" name="图片 24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</a:blip>
          <a:stretch>
            <a:fillRect/>
          </a:stretch>
        </p:blipFill>
        <p:spPr>
          <a:xfrm>
            <a:off x="10080625" y="279400"/>
            <a:ext cx="1722438" cy="24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25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92921" y="207084"/>
            <a:ext cx="9309807" cy="41209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173598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1871560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1871559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745788" y="6356350"/>
            <a:ext cx="608013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外演讲"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3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pic>
        <p:nvPicPr>
          <p:cNvPr id="10260" name="图片 24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</a:blip>
          <a:stretch>
            <a:fillRect/>
          </a:stretch>
        </p:blipFill>
        <p:spPr>
          <a:xfrm>
            <a:off x="10080625" y="279400"/>
            <a:ext cx="1722438" cy="24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0240" y="785019"/>
            <a:ext cx="8012430" cy="4062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851693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2549655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2549654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/>
          <p:nvPr/>
        </p:nvSpPr>
        <p:spPr>
          <a:xfrm>
            <a:off x="2136775" y="6496050"/>
            <a:ext cx="6599238" cy="360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2"/>
          <p:cNvSpPr/>
          <p:nvPr/>
        </p:nvSpPr>
        <p:spPr>
          <a:xfrm>
            <a:off x="11341100" y="6496050"/>
            <a:ext cx="850900" cy="360363"/>
          </a:xfrm>
          <a:prstGeom prst="rect">
            <a:avLst/>
          </a:prstGeom>
          <a:solidFill>
            <a:srgbClr val="2488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32"/>
          <p:cNvSpPr txBox="1">
            <a:spLocks noChangeArrowheads="1"/>
          </p:cNvSpPr>
          <p:nvPr/>
        </p:nvSpPr>
        <p:spPr bwMode="auto">
          <a:xfrm>
            <a:off x="8736013" y="6527800"/>
            <a:ext cx="24511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全面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专业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便捷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精准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高效</a:t>
            </a: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11555413" y="6503988"/>
            <a:ext cx="466725" cy="3603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lvl="0" algn="ctr">
              <a:buNone/>
            </a:pPr>
            <a:fld id="{9A0DB2DC-4C9A-4742-B13C-FB6460FD3503}" type="slidenum"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287" name="组合 25"/>
          <p:cNvGrpSpPr/>
          <p:nvPr userDrawn="1"/>
        </p:nvGrpSpPr>
        <p:grpSpPr>
          <a:xfrm>
            <a:off x="0" y="0"/>
            <a:ext cx="647700" cy="647700"/>
            <a:chOff x="0" y="0"/>
            <a:chExt cx="1020" cy="944"/>
          </a:xfrm>
        </p:grpSpPr>
        <p:sp>
          <p:nvSpPr>
            <p:cNvPr id="22" name="矩形 21"/>
            <p:cNvSpPr/>
            <p:nvPr/>
          </p:nvSpPr>
          <p:spPr>
            <a:xfrm>
              <a:off x="0" y="0"/>
              <a:ext cx="623" cy="576"/>
            </a:xfrm>
            <a:prstGeom prst="rect">
              <a:avLst/>
            </a:prstGeom>
            <a:solidFill>
              <a:srgbClr val="2488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623" y="576"/>
              <a:ext cx="397" cy="368"/>
            </a:xfrm>
            <a:prstGeom prst="rect">
              <a:avLst/>
            </a:prstGeom>
            <a:solidFill>
              <a:srgbClr val="3EB1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11288" name="图片 3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438" y="6542088"/>
            <a:ext cx="1722437" cy="24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" name="文本框 31"/>
          <p:cNvSpPr txBox="1">
            <a:spLocks noChangeArrowheads="1"/>
          </p:cNvSpPr>
          <p:nvPr/>
        </p:nvSpPr>
        <p:spPr bwMode="auto">
          <a:xfrm>
            <a:off x="2136775" y="6575425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14" name="标题 8"/>
          <p:cNvSpPr>
            <a:spLocks noGrp="1"/>
          </p:cNvSpPr>
          <p:nvPr>
            <p:ph type="title"/>
          </p:nvPr>
        </p:nvSpPr>
        <p:spPr>
          <a:xfrm>
            <a:off x="774000" y="361078"/>
            <a:ext cx="10818000" cy="396104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>
              <a:defRPr sz="2400" b="1" kern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2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173598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1871560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1871559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-推荐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825500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236" name="图片 24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</a:blip>
          <a:stretch>
            <a:fillRect/>
          </a:stretch>
        </p:blipFill>
        <p:spPr>
          <a:xfrm>
            <a:off x="10080625" y="279400"/>
            <a:ext cx="1722438" cy="24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25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92921" y="207084"/>
            <a:ext cx="9309807" cy="41209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173598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1871560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1871559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745788" y="6356350"/>
            <a:ext cx="608013" cy="365125"/>
          </a:xfrm>
          <a:prstGeom prst="rect">
            <a:avLst/>
          </a:prstGeom>
        </p:spPr>
        <p:txBody>
          <a:bodyPr/>
          <a:lstStyle/>
          <a:p>
            <a:pPr lvl="0">
              <a:buNone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外演讲"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3"/>
          <p:cNvSpPr txBox="1">
            <a:spLocks noChangeArrowheads="1"/>
          </p:cNvSpPr>
          <p:nvPr/>
        </p:nvSpPr>
        <p:spPr bwMode="auto">
          <a:xfrm>
            <a:off x="142875" y="6565900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pic>
        <p:nvPicPr>
          <p:cNvPr id="10260" name="图片 24"/>
          <p:cNvPicPr>
            <a:picLocks noChangeAspect="1"/>
          </p:cNvPicPr>
          <p:nvPr userDrawn="1"/>
        </p:nvPicPr>
        <p:blipFill>
          <a:blip r:embed="rId2">
            <a:biLevel thresh="50000"/>
            <a:grayscl/>
          </a:blip>
          <a:stretch>
            <a:fillRect/>
          </a:stretch>
        </p:blipFill>
        <p:spPr>
          <a:xfrm>
            <a:off x="10080625" y="279400"/>
            <a:ext cx="1722438" cy="24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20240" y="785019"/>
            <a:ext cx="8012430" cy="40621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851693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2549655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2549654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对内汇报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/>
          <p:nvPr/>
        </p:nvSpPr>
        <p:spPr>
          <a:xfrm>
            <a:off x="2136775" y="6496050"/>
            <a:ext cx="6599238" cy="3603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2"/>
          <p:cNvSpPr/>
          <p:nvPr/>
        </p:nvSpPr>
        <p:spPr>
          <a:xfrm>
            <a:off x="11341100" y="6496050"/>
            <a:ext cx="850900" cy="360363"/>
          </a:xfrm>
          <a:prstGeom prst="rect">
            <a:avLst/>
          </a:prstGeom>
          <a:solidFill>
            <a:srgbClr val="2488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文本框 32"/>
          <p:cNvSpPr txBox="1">
            <a:spLocks noChangeArrowheads="1"/>
          </p:cNvSpPr>
          <p:nvPr/>
        </p:nvSpPr>
        <p:spPr bwMode="auto">
          <a:xfrm>
            <a:off x="8736013" y="6527800"/>
            <a:ext cx="24511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全面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专业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便捷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精准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| </a:t>
            </a: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高效</a:t>
            </a:r>
          </a:p>
        </p:txBody>
      </p:sp>
      <p:sp>
        <p:nvSpPr>
          <p:cNvPr id="6" name="TextBox 10"/>
          <p:cNvSpPr txBox="1">
            <a:spLocks noChangeArrowheads="1"/>
          </p:cNvSpPr>
          <p:nvPr/>
        </p:nvSpPr>
        <p:spPr bwMode="auto">
          <a:xfrm>
            <a:off x="11555413" y="6503988"/>
            <a:ext cx="466725" cy="3603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lvl="0" algn="ctr">
              <a:buNone/>
            </a:pPr>
            <a:fld id="{9A0DB2DC-4C9A-4742-B13C-FB6460FD3503}" type="slidenum"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1287" name="组合 25"/>
          <p:cNvGrpSpPr/>
          <p:nvPr userDrawn="1"/>
        </p:nvGrpSpPr>
        <p:grpSpPr>
          <a:xfrm>
            <a:off x="0" y="0"/>
            <a:ext cx="647700" cy="647700"/>
            <a:chOff x="0" y="0"/>
            <a:chExt cx="1020" cy="944"/>
          </a:xfrm>
        </p:grpSpPr>
        <p:sp>
          <p:nvSpPr>
            <p:cNvPr id="22" name="矩形 21"/>
            <p:cNvSpPr/>
            <p:nvPr/>
          </p:nvSpPr>
          <p:spPr>
            <a:xfrm>
              <a:off x="0" y="0"/>
              <a:ext cx="623" cy="576"/>
            </a:xfrm>
            <a:prstGeom prst="rect">
              <a:avLst/>
            </a:prstGeom>
            <a:solidFill>
              <a:srgbClr val="2488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 flipV="1">
              <a:off x="623" y="576"/>
              <a:ext cx="397" cy="368"/>
            </a:xfrm>
            <a:prstGeom prst="rect">
              <a:avLst/>
            </a:prstGeom>
            <a:solidFill>
              <a:srgbClr val="3EB1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pic>
        <p:nvPicPr>
          <p:cNvPr id="11288" name="图片 3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438" y="6542088"/>
            <a:ext cx="1722437" cy="24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" name="文本框 31"/>
          <p:cNvSpPr txBox="1">
            <a:spLocks noChangeArrowheads="1"/>
          </p:cNvSpPr>
          <p:nvPr/>
        </p:nvSpPr>
        <p:spPr bwMode="auto">
          <a:xfrm>
            <a:off x="2136775" y="6575425"/>
            <a:ext cx="1162050" cy="2000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内部资料 请勿外泄</a:t>
            </a:r>
          </a:p>
        </p:txBody>
      </p:sp>
      <p:sp>
        <p:nvSpPr>
          <p:cNvPr id="14" name="标题 8"/>
          <p:cNvSpPr>
            <a:spLocks noGrp="1"/>
          </p:cNvSpPr>
          <p:nvPr>
            <p:ph type="title"/>
          </p:nvPr>
        </p:nvSpPr>
        <p:spPr>
          <a:xfrm>
            <a:off x="774000" y="361078"/>
            <a:ext cx="10818000" cy="396104"/>
          </a:xfrm>
          <a:prstGeom prst="rect">
            <a:avLst/>
          </a:prstGeom>
        </p:spPr>
        <p:txBody>
          <a:bodyPr lIns="0" tIns="0" rIns="0" bIns="0" rtlCol="0" anchor="b">
            <a:normAutofit/>
          </a:bodyPr>
          <a:lstStyle>
            <a:lvl1pPr>
              <a:defRPr sz="2400" b="1" kern="0" spc="1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2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770044" y="1173598"/>
            <a:ext cx="10202756" cy="412096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1520057" y="1871560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5"/>
          </p:nvPr>
        </p:nvSpPr>
        <p:spPr>
          <a:xfrm>
            <a:off x="6428556" y="1871559"/>
            <a:ext cx="4243387" cy="26813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电子电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0" y="1932596"/>
            <a:ext cx="6593898" cy="3296949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64000">
                <a:srgbClr val="4984BD">
                  <a:alpha val="88000"/>
                </a:srgbClr>
              </a:gs>
              <a:gs pos="50450">
                <a:srgbClr val="396AB5">
                  <a:alpha val="91000"/>
                </a:srgbClr>
              </a:gs>
              <a:gs pos="3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航空航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117348" y="2004272"/>
            <a:ext cx="5978652" cy="2006192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64000">
                <a:srgbClr val="4984BD">
                  <a:alpha val="88000"/>
                </a:srgbClr>
              </a:gs>
              <a:gs pos="50450">
                <a:srgbClr val="396AB5">
                  <a:alpha val="91000"/>
                </a:srgbClr>
              </a:gs>
              <a:gs pos="3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能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0" y="1921509"/>
            <a:ext cx="10191629" cy="3308037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7052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73000"/>
                </a:srgbClr>
              </a:gs>
              <a:gs pos="30000">
                <a:srgbClr val="2B54AF">
                  <a:alpha val="43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工程制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0" y="1932597"/>
            <a:ext cx="9332095" cy="3296950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73000"/>
                </a:srgbClr>
              </a:gs>
              <a:gs pos="30000">
                <a:srgbClr val="2B54AF">
                  <a:alpha val="43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汽车交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0" y="1932597"/>
            <a:ext cx="9472773" cy="3296949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82000"/>
                </a:srgbClr>
              </a:gs>
              <a:gs pos="2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船舶海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>
            <a:off x="0" y="1932597"/>
            <a:ext cx="12192000" cy="3296949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4" cstate="email"/>
          <a:srcRect/>
          <a:stretch>
            <a:fillRect/>
          </a:stretch>
        </p:blipFill>
        <p:spPr>
          <a:xfrm>
            <a:off x="0" y="1932596"/>
            <a:ext cx="9728550" cy="3296949"/>
          </a:xfrm>
          <a:prstGeom prst="rect">
            <a:avLst/>
          </a:prstGeom>
        </p:spPr>
      </p:pic>
      <p:sp>
        <p:nvSpPr>
          <p:cNvPr id="20" name="矩形 19"/>
          <p:cNvSpPr/>
          <p:nvPr userDrawn="1"/>
        </p:nvSpPr>
        <p:spPr>
          <a:xfrm>
            <a:off x="0" y="1921510"/>
            <a:ext cx="12192000" cy="3296949"/>
          </a:xfrm>
          <a:prstGeom prst="rect">
            <a:avLst/>
          </a:prstGeom>
          <a:gradFill>
            <a:gsLst>
              <a:gs pos="71000">
                <a:srgbClr val="4984BD"/>
              </a:gs>
              <a:gs pos="50000">
                <a:srgbClr val="396AB5">
                  <a:alpha val="82000"/>
                </a:srgbClr>
              </a:gs>
              <a:gs pos="29000">
                <a:srgbClr val="2B54AF">
                  <a:alpha val="40000"/>
                </a:srgbClr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80" y="2719705"/>
            <a:ext cx="9799320" cy="137096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0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5343525" y="1167765"/>
            <a:ext cx="1537335" cy="1507490"/>
          </a:xfrm>
          <a:prstGeom prst="ellipse">
            <a:avLst/>
          </a:prstGeom>
          <a:solidFill>
            <a:schemeClr val="bg1"/>
          </a:solidFill>
          <a:ln>
            <a:solidFill>
              <a:srgbClr val="00AB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lvl="0" indent="0" algn="ctr" defTabSz="914400" rtl="0" eaLnBrk="1" fontAlgn="base" latinLnBrk="0" hangingPunct="1">
              <a:lnSpc>
                <a:spcPct val="100000"/>
              </a:lnSpc>
              <a:buClrTx/>
              <a:buSzTx/>
              <a:buFont typeface="Arial" panose="020B0604020202020204" pitchFamily="34" charset="0"/>
              <a:buNone/>
              <a:defRPr kumimoji="0" lang="en-US" altLang="zh-CN" sz="5400" b="1" i="0" u="none" strike="noStrike" kern="1200" cap="none" spc="0" normalizeH="0" baseline="0" noProof="1" dirty="0">
                <a:solidFill>
                  <a:srgbClr val="3465C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dirty="0">
                <a:sym typeface="+mn-ea"/>
              </a:rPr>
              <a:t>0X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对外演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gradFill>
            <a:gsLst>
              <a:gs pos="65000">
                <a:srgbClr val="3A6CB6"/>
              </a:gs>
              <a:gs pos="88000">
                <a:srgbClr val="5DA3C6"/>
              </a:gs>
              <a:gs pos="75000">
                <a:srgbClr val="4B86BE"/>
              </a:gs>
              <a:gs pos="49000">
                <a:srgbClr val="2B54AF"/>
              </a:gs>
              <a:gs pos="100000">
                <a:srgbClr val="72C6D0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email">
            <a:biLevel thresh="25000"/>
          </a:blip>
          <a:stretch>
            <a:fillRect/>
          </a:stretch>
        </p:blipFill>
        <p:spPr>
          <a:xfrm>
            <a:off x="10520979" y="227322"/>
            <a:ext cx="1436133" cy="207620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316540" y="109331"/>
            <a:ext cx="10118377" cy="40206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单击此处编辑标题，微软雅黑，</a:t>
            </a:r>
            <a:r>
              <a:rPr lang="en-US" altLang="zh-CN" dirty="0"/>
              <a:t>28</a:t>
            </a:r>
            <a:r>
              <a:rPr lang="zh-CN" altLang="en-US" dirty="0"/>
              <a:t>号，加粗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33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2B54AF">
                <a:alpha val="100000"/>
              </a:srgbClr>
            </a:gs>
            <a:gs pos="49001">
              <a:srgbClr val="2B54AF">
                <a:alpha val="100000"/>
              </a:srgbClr>
            </a:gs>
            <a:gs pos="64999">
              <a:srgbClr val="3A6CB6">
                <a:alpha val="100000"/>
              </a:srgbClr>
            </a:gs>
            <a:gs pos="75000">
              <a:srgbClr val="4B86BE">
                <a:alpha val="100000"/>
              </a:srgbClr>
            </a:gs>
            <a:gs pos="88000">
              <a:srgbClr val="5DA3C6">
                <a:alpha val="100000"/>
              </a:srgbClr>
            </a:gs>
            <a:gs pos="100000">
              <a:srgbClr val="72C6D0">
                <a:alpha val="100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/>
          </p:cNvPicPr>
          <p:nvPr userDrawn="1"/>
        </p:nvPicPr>
        <p:blipFill>
          <a:blip r:embed="rId7">
            <a:biLevel thresh="50000"/>
            <a:grayscl/>
          </a:blip>
          <a:stretch>
            <a:fillRect/>
          </a:stretch>
        </p:blipFill>
        <p:spPr>
          <a:xfrm>
            <a:off x="434975" y="309563"/>
            <a:ext cx="1724025" cy="2492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7" name="图片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858375" y="209550"/>
            <a:ext cx="2162175" cy="4445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866775"/>
            <a:ext cx="460375" cy="452438"/>
          </a:xfrm>
          <a:prstGeom prst="rect">
            <a:avLst/>
          </a:prstGeom>
          <a:solidFill>
            <a:srgbClr val="3465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76438" y="-866775"/>
            <a:ext cx="361950" cy="452438"/>
          </a:xfrm>
          <a:prstGeom prst="rect">
            <a:avLst/>
          </a:prstGeom>
          <a:solidFill>
            <a:srgbClr val="3EB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0700" y="-866775"/>
            <a:ext cx="1138238" cy="153988"/>
          </a:xfrm>
          <a:prstGeom prst="rect">
            <a:avLst/>
          </a:prstGeom>
          <a:gradFill>
            <a:gsLst>
              <a:gs pos="0">
                <a:srgbClr val="3465CD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700" y="-655637"/>
            <a:ext cx="209550" cy="241300"/>
          </a:xfrm>
          <a:prstGeom prst="rect">
            <a:avLst/>
          </a:prstGeom>
          <a:solidFill>
            <a:srgbClr val="3465C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5975" y="-654050"/>
            <a:ext cx="207963" cy="241300"/>
          </a:xfrm>
          <a:prstGeom prst="rect">
            <a:avLst/>
          </a:prstGeom>
          <a:solidFill>
            <a:srgbClr val="3465C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30300" y="-655637"/>
            <a:ext cx="207963" cy="241300"/>
          </a:xfrm>
          <a:prstGeom prst="rect">
            <a:avLst/>
          </a:prstGeom>
          <a:solidFill>
            <a:srgbClr val="3465C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46213" y="-658812"/>
            <a:ext cx="209550" cy="241300"/>
          </a:xfrm>
          <a:prstGeom prst="rect">
            <a:avLst/>
          </a:prstGeom>
          <a:solidFill>
            <a:srgbClr val="3465C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28875" y="-655637"/>
            <a:ext cx="209550" cy="241300"/>
          </a:xfrm>
          <a:prstGeom prst="rect">
            <a:avLst/>
          </a:prstGeom>
          <a:solidFill>
            <a:srgbClr val="3EB19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24150" y="-654050"/>
            <a:ext cx="207963" cy="241300"/>
          </a:xfrm>
          <a:prstGeom prst="rect">
            <a:avLst/>
          </a:prstGeom>
          <a:solidFill>
            <a:srgbClr val="3EB19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38475" y="-655637"/>
            <a:ext cx="207963" cy="241300"/>
          </a:xfrm>
          <a:prstGeom prst="rect">
            <a:avLst/>
          </a:prstGeom>
          <a:solidFill>
            <a:srgbClr val="3EB1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354388" y="-658812"/>
            <a:ext cx="209550" cy="241300"/>
          </a:xfrm>
          <a:prstGeom prst="rect">
            <a:avLst/>
          </a:prstGeom>
          <a:solidFill>
            <a:srgbClr val="3EB199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47925" y="-863600"/>
            <a:ext cx="1136650" cy="153988"/>
          </a:xfrm>
          <a:prstGeom prst="rect">
            <a:avLst/>
          </a:prstGeom>
          <a:gradFill>
            <a:gsLst>
              <a:gs pos="0">
                <a:srgbClr val="3EB199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03725" y="-865187"/>
            <a:ext cx="328613" cy="447675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841875" y="-865187"/>
            <a:ext cx="328613" cy="447675"/>
          </a:xfrm>
          <a:prstGeom prst="rect">
            <a:avLst/>
          </a:prstGeom>
          <a:solidFill>
            <a:srgbClr val="1EC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70500" y="-866775"/>
            <a:ext cx="328613" cy="447675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65" name="文本框 21"/>
          <p:cNvSpPr txBox="1">
            <a:spLocks noChangeArrowheads="1"/>
          </p:cNvSpPr>
          <p:nvPr/>
        </p:nvSpPr>
        <p:spPr bwMode="auto">
          <a:xfrm>
            <a:off x="-60325" y="-1217612"/>
            <a:ext cx="954088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企业标准色</a:t>
            </a:r>
          </a:p>
        </p:txBody>
      </p:sp>
      <p:sp>
        <p:nvSpPr>
          <p:cNvPr id="2066" name="文本框 22"/>
          <p:cNvSpPr txBox="1">
            <a:spLocks noChangeArrowheads="1"/>
          </p:cNvSpPr>
          <p:nvPr/>
        </p:nvSpPr>
        <p:spPr bwMode="auto">
          <a:xfrm>
            <a:off x="4294188" y="-1217612"/>
            <a:ext cx="954088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其他可选色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55613" y="360363"/>
            <a:ext cx="2057400" cy="2968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图片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575800" y="349250"/>
            <a:ext cx="2160588" cy="2651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866775"/>
            <a:ext cx="460375" cy="452438"/>
          </a:xfrm>
          <a:prstGeom prst="rect">
            <a:avLst/>
          </a:prstGeom>
          <a:solidFill>
            <a:srgbClr val="3465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76438" y="-866775"/>
            <a:ext cx="361950" cy="452438"/>
          </a:xfrm>
          <a:prstGeom prst="rect">
            <a:avLst/>
          </a:prstGeom>
          <a:solidFill>
            <a:srgbClr val="3EB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0700" y="-866775"/>
            <a:ext cx="1138238" cy="153988"/>
          </a:xfrm>
          <a:prstGeom prst="rect">
            <a:avLst/>
          </a:prstGeom>
          <a:gradFill>
            <a:gsLst>
              <a:gs pos="0">
                <a:srgbClr val="3465CD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700" y="-655637"/>
            <a:ext cx="209550" cy="241300"/>
          </a:xfrm>
          <a:prstGeom prst="rect">
            <a:avLst/>
          </a:prstGeom>
          <a:solidFill>
            <a:srgbClr val="3465C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5975" y="-654050"/>
            <a:ext cx="207963" cy="241300"/>
          </a:xfrm>
          <a:prstGeom prst="rect">
            <a:avLst/>
          </a:prstGeom>
          <a:solidFill>
            <a:srgbClr val="3465C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30300" y="-655637"/>
            <a:ext cx="207963" cy="241300"/>
          </a:xfrm>
          <a:prstGeom prst="rect">
            <a:avLst/>
          </a:prstGeom>
          <a:solidFill>
            <a:srgbClr val="3465C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46213" y="-658812"/>
            <a:ext cx="209550" cy="241300"/>
          </a:xfrm>
          <a:prstGeom prst="rect">
            <a:avLst/>
          </a:prstGeom>
          <a:solidFill>
            <a:srgbClr val="3465C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28875" y="-655637"/>
            <a:ext cx="209550" cy="241300"/>
          </a:xfrm>
          <a:prstGeom prst="rect">
            <a:avLst/>
          </a:prstGeom>
          <a:solidFill>
            <a:srgbClr val="3EB19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24150" y="-654050"/>
            <a:ext cx="207963" cy="241300"/>
          </a:xfrm>
          <a:prstGeom prst="rect">
            <a:avLst/>
          </a:prstGeom>
          <a:solidFill>
            <a:srgbClr val="3EB19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38475" y="-655637"/>
            <a:ext cx="207963" cy="241300"/>
          </a:xfrm>
          <a:prstGeom prst="rect">
            <a:avLst/>
          </a:prstGeom>
          <a:solidFill>
            <a:srgbClr val="3EB1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354388" y="-658812"/>
            <a:ext cx="209550" cy="241300"/>
          </a:xfrm>
          <a:prstGeom prst="rect">
            <a:avLst/>
          </a:prstGeom>
          <a:solidFill>
            <a:srgbClr val="3EB199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47925" y="-863600"/>
            <a:ext cx="1136650" cy="153988"/>
          </a:xfrm>
          <a:prstGeom prst="rect">
            <a:avLst/>
          </a:prstGeom>
          <a:gradFill>
            <a:gsLst>
              <a:gs pos="0">
                <a:srgbClr val="3EB199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03725" y="-865187"/>
            <a:ext cx="328613" cy="447675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841875" y="-865187"/>
            <a:ext cx="328613" cy="447675"/>
          </a:xfrm>
          <a:prstGeom prst="rect">
            <a:avLst/>
          </a:prstGeom>
          <a:solidFill>
            <a:srgbClr val="1EC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70500" y="-866775"/>
            <a:ext cx="328613" cy="447675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65" name="文本框 21"/>
          <p:cNvSpPr txBox="1">
            <a:spLocks noChangeArrowheads="1"/>
          </p:cNvSpPr>
          <p:nvPr/>
        </p:nvSpPr>
        <p:spPr bwMode="auto">
          <a:xfrm>
            <a:off x="-60325" y="-1217612"/>
            <a:ext cx="954088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企业标准色</a:t>
            </a:r>
          </a:p>
        </p:txBody>
      </p:sp>
      <p:sp>
        <p:nvSpPr>
          <p:cNvPr id="2066" name="文本框 22"/>
          <p:cNvSpPr txBox="1">
            <a:spLocks noChangeArrowheads="1"/>
          </p:cNvSpPr>
          <p:nvPr/>
        </p:nvSpPr>
        <p:spPr bwMode="auto">
          <a:xfrm>
            <a:off x="4294188" y="-1217612"/>
            <a:ext cx="954088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其他可选色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2B54AF"/>
            </a:gs>
            <a:gs pos="49001">
              <a:srgbClr val="2B54AF"/>
            </a:gs>
            <a:gs pos="64999">
              <a:srgbClr val="3A6CB6"/>
            </a:gs>
            <a:gs pos="75000">
              <a:srgbClr val="4B86BE"/>
            </a:gs>
            <a:gs pos="88000">
              <a:srgbClr val="5DA3C6"/>
            </a:gs>
            <a:gs pos="100000">
              <a:srgbClr val="72C6D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 userDrawn="1"/>
        </p:nvPicPr>
        <p:blipFill>
          <a:blip r:embed="rId8">
            <a:biLevel thresh="5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75" y="309563"/>
            <a:ext cx="1724025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7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375" y="209550"/>
            <a:ext cx="21621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866775"/>
            <a:ext cx="460375" cy="452438"/>
          </a:xfrm>
          <a:prstGeom prst="rect">
            <a:avLst/>
          </a:prstGeom>
          <a:solidFill>
            <a:srgbClr val="3465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76438" y="-866775"/>
            <a:ext cx="361950" cy="452438"/>
          </a:xfrm>
          <a:prstGeom prst="rect">
            <a:avLst/>
          </a:prstGeom>
          <a:solidFill>
            <a:srgbClr val="3EB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0700" y="-866775"/>
            <a:ext cx="1138238" cy="153988"/>
          </a:xfrm>
          <a:prstGeom prst="rect">
            <a:avLst/>
          </a:prstGeom>
          <a:gradFill>
            <a:gsLst>
              <a:gs pos="0">
                <a:srgbClr val="3465CD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700" y="-655637"/>
            <a:ext cx="209550" cy="241300"/>
          </a:xfrm>
          <a:prstGeom prst="rect">
            <a:avLst/>
          </a:prstGeom>
          <a:solidFill>
            <a:srgbClr val="3465C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5975" y="-654050"/>
            <a:ext cx="207963" cy="241300"/>
          </a:xfrm>
          <a:prstGeom prst="rect">
            <a:avLst/>
          </a:prstGeom>
          <a:solidFill>
            <a:srgbClr val="3465C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30300" y="-655637"/>
            <a:ext cx="207963" cy="241300"/>
          </a:xfrm>
          <a:prstGeom prst="rect">
            <a:avLst/>
          </a:prstGeom>
          <a:solidFill>
            <a:srgbClr val="3465C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46213" y="-658812"/>
            <a:ext cx="209550" cy="241300"/>
          </a:xfrm>
          <a:prstGeom prst="rect">
            <a:avLst/>
          </a:prstGeom>
          <a:solidFill>
            <a:srgbClr val="3465C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28875" y="-655637"/>
            <a:ext cx="209550" cy="241300"/>
          </a:xfrm>
          <a:prstGeom prst="rect">
            <a:avLst/>
          </a:prstGeom>
          <a:solidFill>
            <a:srgbClr val="3EB19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24150" y="-654050"/>
            <a:ext cx="207963" cy="241300"/>
          </a:xfrm>
          <a:prstGeom prst="rect">
            <a:avLst/>
          </a:prstGeom>
          <a:solidFill>
            <a:srgbClr val="3EB19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38475" y="-655637"/>
            <a:ext cx="207963" cy="241300"/>
          </a:xfrm>
          <a:prstGeom prst="rect">
            <a:avLst/>
          </a:prstGeom>
          <a:solidFill>
            <a:srgbClr val="3EB1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354388" y="-658812"/>
            <a:ext cx="209550" cy="241300"/>
          </a:xfrm>
          <a:prstGeom prst="rect">
            <a:avLst/>
          </a:prstGeom>
          <a:solidFill>
            <a:srgbClr val="3EB199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47925" y="-863600"/>
            <a:ext cx="1136650" cy="153988"/>
          </a:xfrm>
          <a:prstGeom prst="rect">
            <a:avLst/>
          </a:prstGeom>
          <a:gradFill>
            <a:gsLst>
              <a:gs pos="0">
                <a:srgbClr val="3EB199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03725" y="-865187"/>
            <a:ext cx="328613" cy="447675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841875" y="-865187"/>
            <a:ext cx="328613" cy="447675"/>
          </a:xfrm>
          <a:prstGeom prst="rect">
            <a:avLst/>
          </a:prstGeom>
          <a:solidFill>
            <a:srgbClr val="1EC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70500" y="-866775"/>
            <a:ext cx="328613" cy="447675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65" name="文本框 21"/>
          <p:cNvSpPr txBox="1">
            <a:spLocks noChangeArrowheads="1"/>
          </p:cNvSpPr>
          <p:nvPr/>
        </p:nvSpPr>
        <p:spPr bwMode="auto">
          <a:xfrm>
            <a:off x="-60325" y="-1217612"/>
            <a:ext cx="954088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企业标准色</a:t>
            </a:r>
          </a:p>
        </p:txBody>
      </p:sp>
      <p:sp>
        <p:nvSpPr>
          <p:cNvPr id="2066" name="文本框 22"/>
          <p:cNvSpPr txBox="1">
            <a:spLocks noChangeArrowheads="1"/>
          </p:cNvSpPr>
          <p:nvPr/>
        </p:nvSpPr>
        <p:spPr bwMode="auto">
          <a:xfrm>
            <a:off x="4294188" y="-1217612"/>
            <a:ext cx="954088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其他可选色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866775"/>
            <a:ext cx="460375" cy="452438"/>
          </a:xfrm>
          <a:prstGeom prst="rect">
            <a:avLst/>
          </a:prstGeom>
          <a:solidFill>
            <a:srgbClr val="3465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976438" y="-866775"/>
            <a:ext cx="361950" cy="452438"/>
          </a:xfrm>
          <a:prstGeom prst="rect">
            <a:avLst/>
          </a:prstGeom>
          <a:solidFill>
            <a:srgbClr val="3EB1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20700" y="-866775"/>
            <a:ext cx="1138238" cy="153988"/>
          </a:xfrm>
          <a:prstGeom prst="rect">
            <a:avLst/>
          </a:prstGeom>
          <a:gradFill>
            <a:gsLst>
              <a:gs pos="0">
                <a:srgbClr val="3465CD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0700" y="-655637"/>
            <a:ext cx="209550" cy="241300"/>
          </a:xfrm>
          <a:prstGeom prst="rect">
            <a:avLst/>
          </a:prstGeom>
          <a:solidFill>
            <a:srgbClr val="3465C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15975" y="-654050"/>
            <a:ext cx="207963" cy="241300"/>
          </a:xfrm>
          <a:prstGeom prst="rect">
            <a:avLst/>
          </a:prstGeom>
          <a:solidFill>
            <a:srgbClr val="3465CD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30300" y="-655637"/>
            <a:ext cx="207963" cy="241300"/>
          </a:xfrm>
          <a:prstGeom prst="rect">
            <a:avLst/>
          </a:prstGeom>
          <a:solidFill>
            <a:srgbClr val="3465C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46213" y="-658812"/>
            <a:ext cx="209550" cy="241300"/>
          </a:xfrm>
          <a:prstGeom prst="rect">
            <a:avLst/>
          </a:prstGeom>
          <a:solidFill>
            <a:srgbClr val="3465CD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428875" y="-655637"/>
            <a:ext cx="209550" cy="241300"/>
          </a:xfrm>
          <a:prstGeom prst="rect">
            <a:avLst/>
          </a:prstGeom>
          <a:solidFill>
            <a:srgbClr val="3EB19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24150" y="-654050"/>
            <a:ext cx="207963" cy="241300"/>
          </a:xfrm>
          <a:prstGeom prst="rect">
            <a:avLst/>
          </a:prstGeom>
          <a:solidFill>
            <a:srgbClr val="3EB19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38475" y="-655637"/>
            <a:ext cx="207963" cy="241300"/>
          </a:xfrm>
          <a:prstGeom prst="rect">
            <a:avLst/>
          </a:prstGeom>
          <a:solidFill>
            <a:srgbClr val="3EB19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354388" y="-658812"/>
            <a:ext cx="209550" cy="241300"/>
          </a:xfrm>
          <a:prstGeom prst="rect">
            <a:avLst/>
          </a:prstGeom>
          <a:solidFill>
            <a:srgbClr val="3EB199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47925" y="-863600"/>
            <a:ext cx="1136650" cy="153988"/>
          </a:xfrm>
          <a:prstGeom prst="rect">
            <a:avLst/>
          </a:prstGeom>
          <a:gradFill>
            <a:gsLst>
              <a:gs pos="0">
                <a:srgbClr val="3EB199"/>
              </a:gs>
              <a:gs pos="100000">
                <a:schemeClr val="bg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03725" y="-865187"/>
            <a:ext cx="328613" cy="447675"/>
          </a:xfrm>
          <a:prstGeom prst="rect">
            <a:avLst/>
          </a:prstGeom>
          <a:solidFill>
            <a:srgbClr val="00A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841875" y="-865187"/>
            <a:ext cx="328613" cy="447675"/>
          </a:xfrm>
          <a:prstGeom prst="rect">
            <a:avLst/>
          </a:prstGeom>
          <a:solidFill>
            <a:srgbClr val="1EC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270500" y="-866775"/>
            <a:ext cx="328613" cy="447675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65" name="文本框 21"/>
          <p:cNvSpPr txBox="1">
            <a:spLocks noChangeArrowheads="1"/>
          </p:cNvSpPr>
          <p:nvPr/>
        </p:nvSpPr>
        <p:spPr bwMode="auto">
          <a:xfrm>
            <a:off x="-60325" y="-1217612"/>
            <a:ext cx="954088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企业标准色</a:t>
            </a:r>
          </a:p>
        </p:txBody>
      </p:sp>
      <p:sp>
        <p:nvSpPr>
          <p:cNvPr id="2066" name="文本框 22"/>
          <p:cNvSpPr txBox="1">
            <a:spLocks noChangeArrowheads="1"/>
          </p:cNvSpPr>
          <p:nvPr/>
        </p:nvSpPr>
        <p:spPr bwMode="auto">
          <a:xfrm>
            <a:off x="4294188" y="-1217612"/>
            <a:ext cx="954088" cy="2778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其他可选色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9" cstate="email"/>
          <a:stretch>
            <a:fillRect/>
          </a:stretch>
        </p:blipFill>
        <p:spPr>
          <a:xfrm>
            <a:off x="455274" y="360408"/>
            <a:ext cx="2058384" cy="29757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0" cstate="email"/>
          <a:stretch>
            <a:fillRect/>
          </a:stretch>
        </p:blipFill>
        <p:spPr>
          <a:xfrm>
            <a:off x="9575683" y="348614"/>
            <a:ext cx="2161043" cy="265936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42526" y="6565186"/>
            <a:ext cx="1162291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请勿外泄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psolve.sourceforge.net/5.5/index.htm" TargetMode="External"/><Relationship Id="rId2" Type="http://schemas.openxmlformats.org/officeDocument/2006/relationships/hyperlink" Target="https://lpsolve.sourceforge.net/5.5/formulate.htm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lpsolve.sourceforge.net/5.5/index.htm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lpsolve.sourceforge.net/5.5/index.htm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lpsolve.sourceforge.net/5.5/index.htm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lpsolve.sourceforge.net/5.5/index.htm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Unstructured quad mesh To high order structured block mesh</a:t>
            </a:r>
            <a:endParaRPr lang="zh-CN" altLang="en-US" dirty="0" err="1"/>
          </a:p>
        </p:txBody>
      </p:sp>
      <p:sp>
        <p:nvSpPr>
          <p:cNvPr id="3" name="文本框 2"/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3930" y="1012825"/>
            <a:ext cx="8298815" cy="373127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非结构四边形网格转换为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 structured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高阶网格表达方式：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非结构四边形网格（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Gmsh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T-Mesh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拓扑简化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high-order structured block</a:t>
            </a:r>
          </a:p>
          <a:p>
            <a:pPr lvl="0">
              <a:lnSpc>
                <a:spcPct val="150000"/>
              </a:lnSpc>
              <a:defRPr/>
            </a:pP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Gmsh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目前只由步骤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的接口，步骤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的算法暂未在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Gmsh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中找到直接调用的接口。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A1C2-33B2-9E9C-8DEF-EE08D3EA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82CC8-4614-7134-E118-D73A9D0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1. </a:t>
            </a:r>
            <a:r>
              <a:rPr lang="zh-CN" altLang="en-US" dirty="0"/>
              <a:t>非结构四边形网格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A64C9E-049F-37E4-BA01-FEC41681D7C5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E17A788-945D-94EA-74E0-585594E76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922" y="1091684"/>
            <a:ext cx="2611756" cy="25731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9AB3DF3-7110-DB2A-0B08-D31C42FD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831" y="1091684"/>
            <a:ext cx="2560052" cy="257315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BF2F584-9F51-149B-957D-4F9222BF9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922" y="3920608"/>
            <a:ext cx="2611756" cy="260282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62092C0-CFE8-BB7F-8FDE-66A34D72D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6831" y="3920608"/>
            <a:ext cx="2560052" cy="2572938"/>
          </a:xfrm>
          <a:prstGeom prst="rect">
            <a:avLst/>
          </a:prstGeom>
        </p:spPr>
      </p:pic>
      <p:sp>
        <p:nvSpPr>
          <p:cNvPr id="4" name="箭头: 右 3">
            <a:extLst>
              <a:ext uri="{FF2B5EF4-FFF2-40B4-BE49-F238E27FC236}">
                <a16:creationId xmlns:a16="http://schemas.microsoft.com/office/drawing/2014/main" id="{008EF546-361E-5EB2-44B3-82F7CCEB4E4C}"/>
              </a:ext>
            </a:extLst>
          </p:cNvPr>
          <p:cNvSpPr/>
          <p:nvPr/>
        </p:nvSpPr>
        <p:spPr>
          <a:xfrm>
            <a:off x="8707782" y="2216988"/>
            <a:ext cx="707366" cy="3105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DBD92111-95CE-D8C5-666E-528A1CADB069}"/>
              </a:ext>
            </a:extLst>
          </p:cNvPr>
          <p:cNvSpPr/>
          <p:nvPr/>
        </p:nvSpPr>
        <p:spPr>
          <a:xfrm rot="9598947">
            <a:off x="8707782" y="3664842"/>
            <a:ext cx="707366" cy="255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0BF9530-41AE-62D9-53E6-288318AB8234}"/>
              </a:ext>
            </a:extLst>
          </p:cNvPr>
          <p:cNvSpPr/>
          <p:nvPr/>
        </p:nvSpPr>
        <p:spPr>
          <a:xfrm>
            <a:off x="8682333" y="5114857"/>
            <a:ext cx="707366" cy="3105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9FBDD0-CCF0-1E59-8CA6-B8BC76495210}"/>
              </a:ext>
            </a:extLst>
          </p:cNvPr>
          <p:cNvSpPr txBox="1"/>
          <p:nvPr/>
        </p:nvSpPr>
        <p:spPr>
          <a:xfrm>
            <a:off x="95116" y="1700031"/>
            <a:ext cx="5468921" cy="280794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非结构四边形网格流程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Gmsh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可直接调用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Quasi-structured quadrilateral meshing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四边形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三角形混合网格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拆分为全四面体网格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网格光顺（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smooth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优化，去除部分奇异点</a:t>
            </a:r>
          </a:p>
        </p:txBody>
      </p:sp>
    </p:spTree>
    <p:extLst>
      <p:ext uri="{BB962C8B-B14F-4D97-AF65-F5344CB8AC3E}">
        <p14:creationId xmlns:p14="http://schemas.microsoft.com/office/powerpoint/2010/main" val="257508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0457-2DBF-EEE0-9F88-62F578243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0E052-5D89-DDC9-280E-B516124B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1. </a:t>
            </a:r>
            <a:r>
              <a:rPr lang="zh-CN" altLang="en-US" dirty="0"/>
              <a:t>非结构四边形网格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D8540A-D04A-A2BD-F8EA-31A0251C4642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69E8CF-692B-3734-4CFD-D4954CF99592}"/>
              </a:ext>
            </a:extLst>
          </p:cNvPr>
          <p:cNvSpPr txBox="1"/>
          <p:nvPr/>
        </p:nvSpPr>
        <p:spPr>
          <a:xfrm>
            <a:off x="155502" y="1155065"/>
            <a:ext cx="9017073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Gmsh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中的四边形网格生成（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Quasi-structured quadrilateral meshing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）示例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6246070-D2E1-CDAA-2AEF-27202F98A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21" y="1875155"/>
            <a:ext cx="2579179" cy="227237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DB3114F-38C8-7DE0-4615-86472A920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8230" y="1875155"/>
            <a:ext cx="3522826" cy="227237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1BD9CD4-0E9B-30A6-658A-AF2106A14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386" y="1875155"/>
            <a:ext cx="3162029" cy="227237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F6ACD70-E2B2-C5E6-BC99-D0E1C1AA4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720" y="4202139"/>
            <a:ext cx="2579179" cy="253175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9FCD5AB-BC5C-C320-CA53-322B45DAA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5430" y="4202139"/>
            <a:ext cx="2596782" cy="253175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19BDC0F-764E-D0F7-446F-FB13649BAA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2815" y="4202139"/>
            <a:ext cx="2596782" cy="257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7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40AE9-CFAA-FE38-1550-E30252547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E16DD-44ED-0123-CD88-E059F9307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1. </a:t>
            </a:r>
            <a:r>
              <a:rPr lang="zh-CN" altLang="en-US" dirty="0"/>
              <a:t>非结构四边形网格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A2A97D-5F6D-865D-5415-18ADCB5E96D0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644B384-CD97-E875-A115-A0F28CA4349E}"/>
              </a:ext>
            </a:extLst>
          </p:cNvPr>
          <p:cNvSpPr txBox="1"/>
          <p:nvPr/>
        </p:nvSpPr>
        <p:spPr>
          <a:xfrm>
            <a:off x="155502" y="1155065"/>
            <a:ext cx="9017073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Gmsh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中的四边形网格生成（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Quasi-structured quadrilateral meshing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）示例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099494-ABB2-8270-93D3-6E53CC43C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88" y="2558527"/>
            <a:ext cx="2948435" cy="27600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42D44C3-CC0C-722C-E03A-EB14318D6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880" y="2190629"/>
            <a:ext cx="3002567" cy="336754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2A917A9-5CBC-7CC2-9A27-A5FA3C61B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5813" y="2190628"/>
            <a:ext cx="3053950" cy="336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35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EDDFE-9E88-9ACE-8C0C-9EBD5038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51C061-0DC7-B1BE-5A12-F1A08765A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2. T-Mesh</a:t>
            </a:r>
            <a:r>
              <a:rPr lang="zh-CN" altLang="en-US" dirty="0"/>
              <a:t>构建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5DCDD3-A6E9-3727-0ABF-E6F4D9CC820B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FED15A-38A0-D3D7-2C7A-2A79C8066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35" y="4263138"/>
            <a:ext cx="9512300" cy="246443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36B22DB-CD4C-7C76-F509-A13D32662709}"/>
              </a:ext>
            </a:extLst>
          </p:cNvPr>
          <p:cNvSpPr txBox="1"/>
          <p:nvPr/>
        </p:nvSpPr>
        <p:spPr>
          <a:xfrm>
            <a:off x="1516380" y="1310951"/>
            <a:ext cx="8298815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singularity and intersection of traces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FA213D4-ADF8-27F1-62B6-53E06F2DB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730" y="926465"/>
            <a:ext cx="2215091" cy="4127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D72ADA3-575E-D09C-004F-9CF9817A6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30" y="1339215"/>
            <a:ext cx="501650" cy="47453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CE70BD3-4F2D-D832-6792-6B34EB31A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335" y="1895382"/>
            <a:ext cx="428611" cy="47453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D428ECA-FCFC-D23C-66F5-2292EE84B117}"/>
              </a:ext>
            </a:extLst>
          </p:cNvPr>
          <p:cNvSpPr txBox="1"/>
          <p:nvPr/>
        </p:nvSpPr>
        <p:spPr>
          <a:xfrm>
            <a:off x="1516379" y="1838839"/>
            <a:ext cx="8298815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arcs of a trace between two nodes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1784885-8380-0AF8-5538-1CB3AF9436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697" y="2451548"/>
            <a:ext cx="428610" cy="44575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18D8ACA-B6A9-8633-F60B-172B7E4827E0}"/>
              </a:ext>
            </a:extLst>
          </p:cNvPr>
          <p:cNvSpPr txBox="1"/>
          <p:nvPr/>
        </p:nvSpPr>
        <p:spPr>
          <a:xfrm>
            <a:off x="1516378" y="2370364"/>
            <a:ext cx="8298815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rectangular regions bounded by arcs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505E31-01BD-0B15-073E-FCC903F4E6D6}"/>
              </a:ext>
            </a:extLst>
          </p:cNvPr>
          <p:cNvSpPr txBox="1"/>
          <p:nvPr/>
        </p:nvSpPr>
        <p:spPr>
          <a:xfrm>
            <a:off x="798830" y="3232437"/>
            <a:ext cx="8298815" cy="9612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以非结构四边形网格作为输入，从特殊顶点出发沿边移动逐步闭合划分为子网格。</a:t>
            </a:r>
          </a:p>
        </p:txBody>
      </p:sp>
    </p:spTree>
    <p:extLst>
      <p:ext uri="{BB962C8B-B14F-4D97-AF65-F5344CB8AC3E}">
        <p14:creationId xmlns:p14="http://schemas.microsoft.com/office/powerpoint/2010/main" val="1210713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2909-D00F-833D-12A6-4A581F881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56BF480-A134-2C0A-18A3-7C2363FD4F27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0481FF6-6206-2C76-9420-62476FD84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35" y="3848257"/>
            <a:ext cx="2171065" cy="198603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CF70C56-6A09-3FAA-89A8-38414EE61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35" y="2375140"/>
            <a:ext cx="1210969" cy="47840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DAC0C43-E42E-7C5E-DDA8-62D1A5F2C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682" y="3095577"/>
            <a:ext cx="1210969" cy="51065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8EC75DE-7A69-6891-DBDA-52A87B21AA37}"/>
              </a:ext>
            </a:extLst>
          </p:cNvPr>
          <p:cNvSpPr txBox="1"/>
          <p:nvPr/>
        </p:nvSpPr>
        <p:spPr>
          <a:xfrm>
            <a:off x="988290" y="1794855"/>
            <a:ext cx="1693228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Notation: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A60B79E-4625-94E0-56EB-03F8114D1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854" y="3848257"/>
            <a:ext cx="1892385" cy="201066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C3925CF-6D07-DA2A-B631-30F416EE1D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0643"/>
          <a:stretch/>
        </p:blipFill>
        <p:spPr>
          <a:xfrm>
            <a:off x="6337789" y="2552422"/>
            <a:ext cx="709295" cy="77172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17BA86D-1BBA-DFE3-1A3B-B616DD426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097" y="2740504"/>
            <a:ext cx="1319265" cy="533988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28AA1F69-EC1B-DE71-C090-A7198EA729FF}"/>
              </a:ext>
            </a:extLst>
          </p:cNvPr>
          <p:cNvSpPr txBox="1"/>
          <p:nvPr/>
        </p:nvSpPr>
        <p:spPr>
          <a:xfrm>
            <a:off x="7149854" y="2727995"/>
            <a:ext cx="3043631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第一个交点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且满足条件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标题 1">
            <a:extLst>
              <a:ext uri="{FF2B5EF4-FFF2-40B4-BE49-F238E27FC236}">
                <a16:creationId xmlns:a16="http://schemas.microsoft.com/office/drawing/2014/main" id="{7197E65C-7488-C626-F1C2-5EC0E198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2. T-Mesh</a:t>
            </a:r>
            <a:r>
              <a:rPr lang="zh-CN" altLang="en-US" dirty="0"/>
              <a:t>构建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B436C8-1CC0-6F6C-E4F5-50F6F2FD5334}"/>
              </a:ext>
            </a:extLst>
          </p:cNvPr>
          <p:cNvSpPr txBox="1"/>
          <p:nvPr/>
        </p:nvSpPr>
        <p:spPr>
          <a:xfrm>
            <a:off x="2495390" y="2333924"/>
            <a:ext cx="2413039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奇异点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的交点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15CB4CB-89BC-99ED-122C-4EC82B428D16}"/>
              </a:ext>
            </a:extLst>
          </p:cNvPr>
          <p:cNvSpPr txBox="1"/>
          <p:nvPr/>
        </p:nvSpPr>
        <p:spPr>
          <a:xfrm>
            <a:off x="2495390" y="2977807"/>
            <a:ext cx="3600610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从奇异点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出发到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nij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结束的弧线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8686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57F0-B158-1624-294D-36BE7827A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DAC350F-DA0B-E22B-83D3-0B836C0749A7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CD380F-E8A7-634E-8EE3-5461E3EFBF48}"/>
              </a:ext>
            </a:extLst>
          </p:cNvPr>
          <p:cNvSpPr txBox="1"/>
          <p:nvPr/>
        </p:nvSpPr>
        <p:spPr>
          <a:xfrm>
            <a:off x="1029335" y="1089403"/>
            <a:ext cx="9778365" cy="326961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对奇异点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𝑖设置角度</a:t>
            </a:r>
            <a:r>
              <a:rPr lang="el-G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弧线延伸停止准则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intersected two traces 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i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and 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 i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such that </a:t>
            </a:r>
            <a:r>
              <a:rPr lang="el-G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𝑖</a:t>
            </a:r>
            <a:r>
              <a:rPr lang="en-US" altLang="zh-CN" sz="1600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∈ [0,</a:t>
            </a:r>
            <a:r>
              <a:rPr lang="el-G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α]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el-G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𝑖</a:t>
            </a:r>
            <a:r>
              <a:rPr lang="en-US" altLang="zh-CN" sz="1600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∈ [−</a:t>
            </a:r>
            <a:r>
              <a:rPr lang="el-G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α,0]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设延伸方向为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+v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-v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方向分别与另一奇异点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相交，且</a:t>
            </a:r>
            <a:r>
              <a:rPr lang="el-G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𝑖</a:t>
            </a:r>
            <a:r>
              <a:rPr lang="en-US" altLang="zh-CN" sz="1600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∈ [0,</a:t>
            </a:r>
            <a:r>
              <a:rPr lang="el-G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α]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el-G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𝑖</a:t>
            </a:r>
            <a:r>
              <a:rPr lang="en-US" altLang="zh-CN" sz="1600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∈ [−</a:t>
            </a:r>
            <a:r>
              <a:rPr lang="el-G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α,0]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如下左图所示。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FCE281A-387C-7A0B-FDD8-1D24E6BA7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35" y="4284389"/>
            <a:ext cx="2326340" cy="179171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B2DF0EB-B9A2-727D-BE80-BD95107EE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771" y="3809902"/>
            <a:ext cx="6214427" cy="2986994"/>
          </a:xfrm>
          <a:prstGeom prst="rect">
            <a:avLst/>
          </a:prstGeom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9E200DF6-13B4-2E1E-DA9F-46D91BCB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2. T-Mesh</a:t>
            </a:r>
            <a:r>
              <a:rPr lang="zh-CN" altLang="en-US" dirty="0"/>
              <a:t>构建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877AD8-C050-FA0F-F18D-C010A48E4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586" y="4194285"/>
            <a:ext cx="2057185" cy="221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15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10DB4-3E65-99B4-2BCB-369E7AC2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94BBC-15FC-2785-746B-5C4F26FA1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1489E1-EFD0-5D38-8D5C-19C3D35E89A4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376789-5B39-DAFD-E19D-1A0E3741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068" y="2669218"/>
            <a:ext cx="6508765" cy="398240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FDAC11-7648-8173-7C61-B537D101B172}"/>
              </a:ext>
            </a:extLst>
          </p:cNvPr>
          <p:cNvSpPr txBox="1"/>
          <p:nvPr/>
        </p:nvSpPr>
        <p:spPr>
          <a:xfrm>
            <a:off x="1029335" y="842053"/>
            <a:ext cx="9778365" cy="188461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通过求解线性方程组简化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T-Mesh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，获得由四条边和四个节点组成的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T-Junction free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边界所有边。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线性方程组根据一系列约束定义。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692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FC608-DFD1-1F07-191E-1BC5CA17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95BD13-6601-E54D-8482-CF7B2B006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CC95C7-A772-4D9A-BE58-963C28268C26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33CE4F-33D1-067C-9B16-89873F8004CF}"/>
              </a:ext>
            </a:extLst>
          </p:cNvPr>
          <p:cNvSpPr txBox="1"/>
          <p:nvPr/>
        </p:nvSpPr>
        <p:spPr>
          <a:xfrm>
            <a:off x="963930" y="1012825"/>
            <a:ext cx="8298815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 linear program (ILP)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：线性方程组求解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0351DBB-BFA6-AD1C-39FA-91366256EB5A}"/>
              </a:ext>
            </a:extLst>
          </p:cNvPr>
          <p:cNvSpPr txBox="1"/>
          <p:nvPr/>
        </p:nvSpPr>
        <p:spPr>
          <a:xfrm>
            <a:off x="963931" y="1754110"/>
            <a:ext cx="4539722" cy="234628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What is ILP?</a:t>
            </a:r>
            <a:endParaRPr lang="en-US" altLang="zh-CN" sz="2000" u="sng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 solve ILP problem, we need: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Variables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（变量）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Constraints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（约束）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Objective function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（目标函数）。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858CA8-AA91-32BF-ECA8-C1D1EAD81CC8}"/>
              </a:ext>
            </a:extLst>
          </p:cNvPr>
          <p:cNvSpPr txBox="1"/>
          <p:nvPr/>
        </p:nvSpPr>
        <p:spPr>
          <a:xfrm>
            <a:off x="963929" y="4598910"/>
            <a:ext cx="8802371" cy="9612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solving the ILP we use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lp_solve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which is a free and open-source Mixed-Integer Linear Programming solver.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166367F-15B0-68AE-72D6-85A31C7CA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003" y="2344738"/>
            <a:ext cx="3152747" cy="1670103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153C2C30-A728-285F-1E17-D1A8A8180C84}"/>
              </a:ext>
            </a:extLst>
          </p:cNvPr>
          <p:cNvSpPr/>
          <p:nvPr/>
        </p:nvSpPr>
        <p:spPr>
          <a:xfrm>
            <a:off x="5038725" y="3086100"/>
            <a:ext cx="1847850" cy="1809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515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01DB-92A4-F472-5A47-E9C33103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4D522-28E1-E5FA-536E-3744553F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70123E-8170-6809-9EE2-FDC418F6E2E0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24DE21-9548-FF82-6AE7-498208B2692C}"/>
              </a:ext>
            </a:extLst>
          </p:cNvPr>
          <p:cNvSpPr txBox="1"/>
          <p:nvPr/>
        </p:nvSpPr>
        <p:spPr>
          <a:xfrm>
            <a:off x="963930" y="1012825"/>
            <a:ext cx="8298815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Mixed-Integer Linear Programming solver(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lp_solve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)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0669E2-27A0-F08D-F66B-27F324201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" y="2757262"/>
            <a:ext cx="3152747" cy="16701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22992C6-92A6-15CC-99CD-E0537CF66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581" y="1691005"/>
            <a:ext cx="5658640" cy="60968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60147B5-5DBE-1CD4-EFD4-035EFC0F9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4401" y="4429275"/>
            <a:ext cx="4010290" cy="219659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F9CBBD-AE3A-4DF0-B92E-FF607F8A2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122" y="2231353"/>
            <a:ext cx="3924848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466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23A2C-1F70-F6DF-E167-DBC768FE5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97105-E45C-080A-9633-04BB8D2B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49B171-4BF7-4DFA-6B80-9D9D6A06D49C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8D93F19-FB71-AA02-9B69-E9F978A35519}"/>
              </a:ext>
            </a:extLst>
          </p:cNvPr>
          <p:cNvSpPr txBox="1"/>
          <p:nvPr/>
        </p:nvSpPr>
        <p:spPr>
          <a:xfrm>
            <a:off x="963930" y="1012825"/>
            <a:ext cx="8298815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Mixed-Integer Linear Programming solver(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lp_solve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)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0B00E7B-BAFE-EA45-AD70-EC9CB9E0B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" y="2757262"/>
            <a:ext cx="3152747" cy="167010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43207B3-CA51-A83F-890D-2A91F9CE6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256" y="1812849"/>
            <a:ext cx="3629532" cy="208626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6A5EAD9-2737-6834-10B4-9EBE985169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313" y="3801807"/>
            <a:ext cx="3399344" cy="302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7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8FF7D-B3E3-AC02-6B5E-5ED0A91C7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A366B-B8F0-4F5C-0E3B-7C57716BE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557128-C0DB-4C69-01F4-ED563BB8B234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4531DA-F300-0178-D850-73424380F5A8}"/>
              </a:ext>
            </a:extLst>
          </p:cNvPr>
          <p:cNvSpPr txBox="1"/>
          <p:nvPr/>
        </p:nvSpPr>
        <p:spPr>
          <a:xfrm>
            <a:off x="963930" y="1012825"/>
            <a:ext cx="8298815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Mixed-Integer Linear Programming solver(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lp_solve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)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BB91FA6-879D-5BF7-7CE8-E33DC556D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0" y="2757262"/>
            <a:ext cx="3152747" cy="167010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57E139C-A67A-B547-5DCA-BB51DE652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7749" y="2357130"/>
            <a:ext cx="5115151" cy="312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15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7D2E1-B984-FEB4-6A6B-1976477D9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F538F-A388-2DC0-6931-7216C463B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597216-2E8F-3999-D3D2-84D9A3796128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31121CB-3D92-D127-AD4C-B89A22D428BE}"/>
              </a:ext>
            </a:extLst>
          </p:cNvPr>
          <p:cNvSpPr txBox="1"/>
          <p:nvPr/>
        </p:nvSpPr>
        <p:spPr>
          <a:xfrm>
            <a:off x="963930" y="1012825"/>
            <a:ext cx="8298815" cy="188461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 linear program (ILP)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variables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（变量）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 variable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𝑞𝑖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∈ Z for every arc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∈ </a:t>
            </a:r>
            <a:r>
              <a:rPr lang="en-US" altLang="zh-CN" sz="2000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对每一条弧线设置一个整数值变量，作为求解的变量值。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5300116-9BE7-EF6F-6D14-7C225300B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7654" y="1339215"/>
            <a:ext cx="2810267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13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CB09B-58D7-3145-6C77-44D25BC05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B17FA-7B24-B3B7-EC48-E8FE5203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5412CD-4948-4A53-4B50-0AFC0DED26D6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3C493C-5407-A930-FC03-1B7A0C99D23F}"/>
              </a:ext>
            </a:extLst>
          </p:cNvPr>
          <p:cNvSpPr txBox="1"/>
          <p:nvPr/>
        </p:nvSpPr>
        <p:spPr>
          <a:xfrm>
            <a:off x="963930" y="1012825"/>
            <a:ext cx="9309100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 linear program (ILP)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Quantization constraints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（四边形化约束）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102333-DBC7-E098-4566-75ADBA252066}"/>
              </a:ext>
            </a:extLst>
          </p:cNvPr>
          <p:cNvSpPr txBox="1"/>
          <p:nvPr/>
        </p:nvSpPr>
        <p:spPr>
          <a:xfrm>
            <a:off x="963929" y="1741410"/>
            <a:ext cx="8298815" cy="188461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Non-negativity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for every arc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𝑞𝑎 ≥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（所有变量大于等于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000" i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Consistency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对每一个四边形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按顺序有四条边𝑆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𝑆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𝑆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𝑆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对向的边的变量和相等。（如右图 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d+l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EB51CD3-CA0A-3A27-1E9D-F16387163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419" y="3603478"/>
            <a:ext cx="4753638" cy="84784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AF32123-82E4-E194-627C-4B1BA248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778" y="1512449"/>
            <a:ext cx="2810267" cy="502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12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6C555-470B-9FEF-AEB6-9945060CE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CE353-E16E-B361-1103-1A032626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315915-F2E0-79AC-9CFB-F3EC1251DDE6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F98C3B-8E4C-8CE6-F2A9-A73E39DF7AD0}"/>
              </a:ext>
            </a:extLst>
          </p:cNvPr>
          <p:cNvSpPr txBox="1"/>
          <p:nvPr/>
        </p:nvSpPr>
        <p:spPr>
          <a:xfrm>
            <a:off x="963929" y="1741410"/>
            <a:ext cx="8298815" cy="49911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Validity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𝑆𝑖∗ 为从奇异点𝑖 到交点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𝑛𝑖∗组成的一系列弧线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对于𝑆𝑖∗需满足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D249AB-9525-12EC-C7D0-F2B8110A2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125" y="2296059"/>
            <a:ext cx="1428949" cy="8097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CB29B3C-2A23-23B8-D271-279689C84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118" y="5034898"/>
            <a:ext cx="2100924" cy="161672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88B6EA0-3217-D495-2FCE-548A44B70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757" y="4943156"/>
            <a:ext cx="1607970" cy="170846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C56B8CD-0F9D-0FB6-786E-872BD37ED0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643"/>
          <a:stretch/>
        </p:blipFill>
        <p:spPr>
          <a:xfrm>
            <a:off x="962757" y="4018588"/>
            <a:ext cx="554269" cy="60305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39BA688-8B0A-8BD4-41F6-1B451511D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8009" y="4516045"/>
            <a:ext cx="1391187" cy="56309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6AE306B-9B43-D1DB-138C-C2249FD247D9}"/>
              </a:ext>
            </a:extLst>
          </p:cNvPr>
          <p:cNvSpPr txBox="1"/>
          <p:nvPr/>
        </p:nvSpPr>
        <p:spPr>
          <a:xfrm>
            <a:off x="1517025" y="4055168"/>
            <a:ext cx="3938083" cy="9612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奇异点𝑖与其它奇异点的第一个交点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且满足条件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55CDD1-EB8B-1142-E22D-724FA006E115}"/>
              </a:ext>
            </a:extLst>
          </p:cNvPr>
          <p:cNvSpPr txBox="1"/>
          <p:nvPr/>
        </p:nvSpPr>
        <p:spPr>
          <a:xfrm>
            <a:off x="963930" y="1012825"/>
            <a:ext cx="9724198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 linear program (ILP)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Quantization constraints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（四边形化约束）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7650BD5-6404-CA95-ECE6-5C90BAC0D4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8442" y="2571333"/>
            <a:ext cx="4246365" cy="37066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77DF1C-AFA3-CAA5-A7BD-444FAD416C2E}"/>
              </a:ext>
            </a:extLst>
          </p:cNvPr>
          <p:cNvSpPr txBox="1"/>
          <p:nvPr/>
        </p:nvSpPr>
        <p:spPr>
          <a:xfrm>
            <a:off x="962757" y="3180855"/>
            <a:ext cx="5291394" cy="957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右图方框内为该约束下的不等式；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忽略𝑛𝑖∗为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irregular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3-5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组成的交点的约束。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4092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0322-76FA-13F2-6DB8-D7376B96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F8966-1775-C649-A5D4-D052088A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CE9820-22A1-69E3-3F24-D8B36992E5AD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83E331-31AE-E6C0-45A6-1A5ACE5A4416}"/>
              </a:ext>
            </a:extLst>
          </p:cNvPr>
          <p:cNvSpPr txBox="1"/>
          <p:nvPr/>
        </p:nvSpPr>
        <p:spPr>
          <a:xfrm>
            <a:off x="963929" y="1741410"/>
            <a:ext cx="10250171" cy="9612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Geometric consistency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对每一个奇异点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𝑖和𝑗 相交组成的弧线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𝑗𝑖（由奇异点𝑗开始， 到𝑛𝑖𝑗结束），满足以下条件。（注意角度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的定义）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052B73-6BF8-18F1-EC7E-34AB77A70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28" y="3002467"/>
            <a:ext cx="5728175" cy="10968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3B08B1B-4E89-9C58-BD2A-8E68AE612114}"/>
              </a:ext>
            </a:extLst>
          </p:cNvPr>
          <p:cNvSpPr txBox="1"/>
          <p:nvPr/>
        </p:nvSpPr>
        <p:spPr>
          <a:xfrm>
            <a:off x="963928" y="5637273"/>
            <a:ext cx="8421371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the cone half-angle for trace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𝑡𝑖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(pre set α,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CAD curve </a:t>
            </a:r>
            <a:r>
              <a:rPr lang="el-GR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0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C2A6907-BAC2-CC11-9B3E-2AB2E4147F09}"/>
              </a:ext>
            </a:extLst>
          </p:cNvPr>
          <p:cNvSpPr txBox="1"/>
          <p:nvPr/>
        </p:nvSpPr>
        <p:spPr>
          <a:xfrm>
            <a:off x="963929" y="4740647"/>
            <a:ext cx="8421371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𝑛𝑖𝑗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奇异点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𝑖和𝑗的交点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7501E3-E7F2-7765-D6F2-9D68340A0B43}"/>
              </a:ext>
            </a:extLst>
          </p:cNvPr>
          <p:cNvSpPr txBox="1"/>
          <p:nvPr/>
        </p:nvSpPr>
        <p:spPr>
          <a:xfrm>
            <a:off x="963929" y="5209542"/>
            <a:ext cx="8421371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𝑙𝑗𝑖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从奇异点𝑗 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𝑛𝑖𝑗的弧线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𝑗𝑖的长度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97541F2-2A1E-19F4-A9BE-B7F33C650991}"/>
              </a:ext>
            </a:extLst>
          </p:cNvPr>
          <p:cNvSpPr txBox="1"/>
          <p:nvPr/>
        </p:nvSpPr>
        <p:spPr>
          <a:xfrm>
            <a:off x="963930" y="1012825"/>
            <a:ext cx="9172108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 linear program (ILP)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Quantization constraints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（四边形化约束）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698FAB3-15A3-1775-DEBD-5944419F5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144" y="2366605"/>
            <a:ext cx="3040202" cy="178921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C061A58-8F5C-A0A9-5A08-F86711096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067" y="4099352"/>
            <a:ext cx="2110320" cy="198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69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7A5C-53F2-8831-CB01-9A9AA27E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F85685-08A6-B936-4F65-490A674D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92C7E7-B2B5-B279-CF84-872D584BA5CB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7CD5F5-3ED6-5387-9BDC-8A90C46A3553}"/>
              </a:ext>
            </a:extLst>
          </p:cNvPr>
          <p:cNvSpPr txBox="1"/>
          <p:nvPr/>
        </p:nvSpPr>
        <p:spPr>
          <a:xfrm>
            <a:off x="963929" y="1741410"/>
            <a:ext cx="10250171" cy="96077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Geometric consistency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对每一个奇异点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𝑖和𝑗 相交组成的弧线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𝑗𝑖（由奇异点𝑗开始， 到𝑛𝑖𝑗结束），满足以下条件。（注意角度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的定义）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6CA94B-6C5B-ECAA-A7FC-5D30F69C6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28" y="2694249"/>
            <a:ext cx="5728175" cy="10968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708C0F-0CEA-3E3D-D676-16B0C66D92B8}"/>
              </a:ext>
            </a:extLst>
          </p:cNvPr>
          <p:cNvSpPr txBox="1"/>
          <p:nvPr/>
        </p:nvSpPr>
        <p:spPr>
          <a:xfrm>
            <a:off x="963928" y="3656191"/>
            <a:ext cx="8421371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设置不同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角度下的简化结果：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越大，越稀疏，更多的弧线被简化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1E06F4-1720-DC75-672A-62FF1F969AE9}"/>
              </a:ext>
            </a:extLst>
          </p:cNvPr>
          <p:cNvSpPr txBox="1"/>
          <p:nvPr/>
        </p:nvSpPr>
        <p:spPr>
          <a:xfrm>
            <a:off x="963930" y="1012825"/>
            <a:ext cx="9551670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 linear program (ILP)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Quantization constraints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（四边形化约束）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95D422-84B1-FDD6-504F-72C04C05C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43427"/>
            <a:ext cx="12192000" cy="220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96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1E734-7956-8194-430B-04BE64E2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21191-5F7F-A809-A022-3CAB462CE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7EF1AD-93A5-38E7-A92E-361232228AEC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BE11AD-104A-0436-27F0-9F0CB2F30101}"/>
              </a:ext>
            </a:extLst>
          </p:cNvPr>
          <p:cNvSpPr txBox="1"/>
          <p:nvPr/>
        </p:nvSpPr>
        <p:spPr>
          <a:xfrm>
            <a:off x="963929" y="1741410"/>
            <a:ext cx="10250171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Objective function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对每一个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的两条边的变量值相乘作为面积并求和，求最小值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CAEF77E-502B-C181-F73E-23E25F78F65B}"/>
              </a:ext>
            </a:extLst>
          </p:cNvPr>
          <p:cNvSpPr txBox="1"/>
          <p:nvPr/>
        </p:nvSpPr>
        <p:spPr>
          <a:xfrm>
            <a:off x="963930" y="1012825"/>
            <a:ext cx="8298815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Integer linear program (ILP)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Objective function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（目标函数）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2B8E638-E5A3-07CD-FAD8-E08BC6F32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475" y="2430463"/>
            <a:ext cx="4286250" cy="9144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7FF718B-C520-AF03-F1D5-C8EC68F9B7BF}"/>
              </a:ext>
            </a:extLst>
          </p:cNvPr>
          <p:cNvSpPr txBox="1"/>
          <p:nvPr/>
        </p:nvSpPr>
        <p:spPr>
          <a:xfrm>
            <a:off x="836929" y="3429000"/>
            <a:ext cx="10250171" cy="9612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ILP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问题要求所有方程的项均为一阶，上式的项为二阶，不满足求解条件。因此改为所有弧线的变量长度乘以某一系数的和。不同论文何处以下两种系数给定方式。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7360E02-E5F6-2CFE-6641-F7F2E0AA0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956" y="4640255"/>
            <a:ext cx="2181529" cy="99073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31A31E2-01AE-785A-76A4-54A372F75927}"/>
              </a:ext>
            </a:extLst>
          </p:cNvPr>
          <p:cNvSpPr txBox="1"/>
          <p:nvPr/>
        </p:nvSpPr>
        <p:spPr>
          <a:xfrm>
            <a:off x="790472" y="5637529"/>
            <a:ext cx="4157766" cy="49911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𝑙𝑎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initial integer length of arc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9EDDBB-5AB6-B60E-EF5C-DD44119712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697"/>
          <a:stretch/>
        </p:blipFill>
        <p:spPr>
          <a:xfrm>
            <a:off x="7005171" y="4701833"/>
            <a:ext cx="2476846" cy="7388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84DCE0-B20B-9EA5-28ED-6E2E83D16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5498" y="5378442"/>
            <a:ext cx="1254820" cy="127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12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9AAF2-D9DA-298D-E574-E88A49444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A825A-86ED-361C-4508-F434C86A3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88B580-1F35-336C-7F02-51D1647ED761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83C90D-F8C1-2F4B-EBD7-3DB90677B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656" y="2183996"/>
            <a:ext cx="7622688" cy="446762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A1497D8-F483-1077-6E9B-9817A23EA56E}"/>
              </a:ext>
            </a:extLst>
          </p:cNvPr>
          <p:cNvSpPr txBox="1"/>
          <p:nvPr/>
        </p:nvSpPr>
        <p:spPr>
          <a:xfrm>
            <a:off x="931227" y="1210360"/>
            <a:ext cx="10250171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求解后得到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b c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等变量的值。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6952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0B175-9C5F-C38C-4905-DE93024A2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33A05-FEEC-A57D-6892-B2D4D23CD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3. </a:t>
            </a:r>
            <a:r>
              <a:rPr lang="zh-CN" altLang="en-US" dirty="0"/>
              <a:t>拓扑简化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638C57-07DF-55F0-C42D-A6D1271771E7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AEB1C0-0055-F93C-3538-8EFEFF9EAE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50" t="6059" r="34165" b="5062"/>
          <a:stretch/>
        </p:blipFill>
        <p:spPr>
          <a:xfrm>
            <a:off x="293688" y="1691005"/>
            <a:ext cx="2582862" cy="36876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68127B-1EE5-1E4F-2B31-56F7ACA33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36" y="1691005"/>
            <a:ext cx="8565819" cy="40036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1889BD8-76B4-F224-F9EC-FCA294546F22}"/>
              </a:ext>
            </a:extLst>
          </p:cNvPr>
          <p:cNvSpPr txBox="1"/>
          <p:nvPr/>
        </p:nvSpPr>
        <p:spPr>
          <a:xfrm>
            <a:off x="845502" y="1015486"/>
            <a:ext cx="10250171" cy="49962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尝试</a:t>
            </a:r>
            <a:r>
              <a:rPr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lp_solve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求解，但是论文中给出的约束不完整，且目标方程无法确定。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9687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27DE2-48CE-4DD6-D8F2-FE37A90E8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6ABDE-7A22-A2DD-65B0-7283F3DF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4. </a:t>
            </a:r>
            <a:r>
              <a:rPr lang="zh-CN" altLang="en-US" dirty="0"/>
              <a:t>构建</a:t>
            </a:r>
            <a:r>
              <a:rPr lang="en-US" altLang="zh-CN" dirty="0"/>
              <a:t>high-order structured block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D2F95E2-62AF-BFCE-7066-AB5FF9DAA4EF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053AF-843B-B7D5-115D-70C5CCCBCF1B}"/>
              </a:ext>
            </a:extLst>
          </p:cNvPr>
          <p:cNvSpPr txBox="1"/>
          <p:nvPr/>
        </p:nvSpPr>
        <p:spPr>
          <a:xfrm>
            <a:off x="293688" y="1232477"/>
            <a:ext cx="7349315" cy="511627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UcPeriod"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 and patch splitting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对于求得值 𝑞 ≥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拆分为多个边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并拆分与之相关联的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 Vertex and edge merging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对于求得值 𝑞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的边合并节点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 Vertex and edge placement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CAD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模型上的节点和边线需保型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的步骤可实现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T-Junction free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如右图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E07D4C-96EF-7E0B-D82D-99E9DAD52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978" y="2611059"/>
            <a:ext cx="3536716" cy="338347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01D1E59-0294-7DF2-F3B3-8A63CE417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806" y="2356728"/>
            <a:ext cx="2973070" cy="20238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F5F25A5-B466-ECC2-41B5-1E212ACF9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806" y="4610015"/>
            <a:ext cx="2973070" cy="206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30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7BD4A-F7A3-47E3-0404-78901F56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9432F-29F6-6681-01FA-CD0AC52B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88" y="206375"/>
            <a:ext cx="9309100" cy="412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4. </a:t>
            </a:r>
            <a:r>
              <a:rPr lang="zh-CN" altLang="en-US" dirty="0"/>
              <a:t>构建</a:t>
            </a:r>
            <a:r>
              <a:rPr lang="en-US" altLang="zh-CN" dirty="0"/>
              <a:t>high-order structured block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88B3D9-3655-6965-6A2C-83E305285E82}"/>
              </a:ext>
            </a:extLst>
          </p:cNvPr>
          <p:cNvSpPr txBox="1"/>
          <p:nvPr/>
        </p:nvSpPr>
        <p:spPr>
          <a:xfrm>
            <a:off x="294005" y="970915"/>
            <a:ext cx="6096000" cy="3683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chemeClr val="bg1"/>
                </a:solidFill>
                <a:sym typeface="微软雅黑" panose="020B0503020204020204" pitchFamily="34" charset="-122"/>
              </a:rPr>
              <a:t>gmsh-4.13.1-source\contrib\QuadMeshingTools</a:t>
            </a:r>
            <a:endParaRPr lang="zh-CN" altLang="en-US" sz="1200" dirty="0">
              <a:solidFill>
                <a:schemeClr val="bg1"/>
              </a:solidFill>
              <a:sym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CB1B75-BD96-6CB9-7516-B14B925D7C30}"/>
              </a:ext>
            </a:extLst>
          </p:cNvPr>
          <p:cNvSpPr txBox="1"/>
          <p:nvPr/>
        </p:nvSpPr>
        <p:spPr>
          <a:xfrm>
            <a:off x="293689" y="1169079"/>
            <a:ext cx="5667164" cy="234628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D. Patch subdivision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对于每条边线需给定对个中间点，每个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也需初始化内部节点。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 Smoothing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对于所有的块（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）进行光顺处理（如下图）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96A9A4-A731-E722-D827-B7B4EC3B6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9177"/>
            <a:ext cx="6201101" cy="292873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FF62574-6C48-2F08-B3E7-2C79E14BE75E}"/>
              </a:ext>
            </a:extLst>
          </p:cNvPr>
          <p:cNvSpPr txBox="1"/>
          <p:nvPr/>
        </p:nvSpPr>
        <p:spPr>
          <a:xfrm>
            <a:off x="6056313" y="1334834"/>
            <a:ext cx="5307012" cy="96128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  <a:lvl6pPr marL="2286000" lvl="5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6pPr>
            <a:lvl7pPr marL="2743200" lvl="6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7pPr>
            <a:lvl8pPr marL="3200400" lvl="7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8pPr>
            <a:lvl9pPr marL="3657600" lvl="8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F. Extraction of high-order quadrilaterals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对每一个节点、边线和块以高阶的形式表达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F38FC5A-D1F3-7773-5E86-A213238B8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424" y="2984500"/>
            <a:ext cx="3016190" cy="290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7020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233d9f4-53b9-488d-823f-1c5d80376c3d"/>
  <p:tag name="COMMONDATA" val="eyJoZGlkIjoiOGFmMjZhZjUyYjJmNDEzNTIzZTMyZjM1NzIyOTc5Zj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封面和封底">
  <a:themeElements>
    <a:clrScheme name="十沣配色">
      <a:dk1>
        <a:sysClr val="windowText" lastClr="000000"/>
      </a:dk1>
      <a:lt1>
        <a:sysClr val="window" lastClr="FFFFFF"/>
      </a:lt1>
      <a:dk2>
        <a:srgbClr val="3465CD"/>
      </a:dk2>
      <a:lt2>
        <a:srgbClr val="FFFFFF"/>
      </a:lt2>
      <a:accent1>
        <a:srgbClr val="3465CD"/>
      </a:accent1>
      <a:accent2>
        <a:srgbClr val="3EB199"/>
      </a:accent2>
      <a:accent3>
        <a:srgbClr val="00ACD8"/>
      </a:accent3>
      <a:accent4>
        <a:srgbClr val="1ECAD3"/>
      </a:accent4>
      <a:accent5>
        <a:srgbClr val="F5B335"/>
      </a:accent5>
      <a:accent6>
        <a:srgbClr val="92D050"/>
      </a:accent6>
      <a:hlink>
        <a:srgbClr val="000000"/>
      </a:hlink>
      <a:folHlink>
        <a:srgbClr val="000000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正文页-三选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 marL="0" indent="0" algn="ctr">
          <a:lnSpc>
            <a:spcPct val="150000"/>
          </a:lnSpc>
          <a:buNone/>
          <a:defRPr sz="1200" dirty="0">
            <a:solidFill>
              <a:schemeClr val="bg1"/>
            </a:solidFill>
            <a:sym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正文页-三选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 marL="0" indent="0" algn="ctr">
          <a:lnSpc>
            <a:spcPct val="150000"/>
          </a:lnSpc>
          <a:buNone/>
          <a:defRPr sz="1200" dirty="0">
            <a:solidFill>
              <a:schemeClr val="bg1"/>
            </a:solidFill>
            <a:sym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封面和封底">
  <a:themeElements>
    <a:clrScheme name="十沣配色">
      <a:dk1>
        <a:sysClr val="windowText" lastClr="000000"/>
      </a:dk1>
      <a:lt1>
        <a:sysClr val="window" lastClr="FFFFFF"/>
      </a:lt1>
      <a:dk2>
        <a:srgbClr val="3465CD"/>
      </a:dk2>
      <a:lt2>
        <a:srgbClr val="FFFFFF"/>
      </a:lt2>
      <a:accent1>
        <a:srgbClr val="3465CD"/>
      </a:accent1>
      <a:accent2>
        <a:srgbClr val="3EB199"/>
      </a:accent2>
      <a:accent3>
        <a:srgbClr val="00ACD8"/>
      </a:accent3>
      <a:accent4>
        <a:srgbClr val="1ECAD3"/>
      </a:accent4>
      <a:accent5>
        <a:srgbClr val="F5B335"/>
      </a:accent5>
      <a:accent6>
        <a:srgbClr val="92D050"/>
      </a:accent6>
      <a:hlink>
        <a:srgbClr val="000000"/>
      </a:hlink>
      <a:folHlink>
        <a:srgbClr val="000000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正文页-三选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 marL="0" indent="0" algn="ctr">
          <a:lnSpc>
            <a:spcPct val="150000"/>
          </a:lnSpc>
          <a:buNone/>
          <a:defRPr sz="1200" dirty="0">
            <a:solidFill>
              <a:schemeClr val="bg1"/>
            </a:solidFill>
            <a:sym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正文页-三选一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 marL="0" indent="0" algn="ctr">
          <a:lnSpc>
            <a:spcPct val="150000"/>
          </a:lnSpc>
          <a:buNone/>
          <a:defRPr sz="1200" dirty="0">
            <a:solidFill>
              <a:schemeClr val="bg1"/>
            </a:solidFill>
            <a:sym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章节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7359</TotalTime>
  <Words>1261</Words>
  <Application>Microsoft Office PowerPoint</Application>
  <PresentationFormat>宽屏</PresentationFormat>
  <Paragraphs>130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等线</vt:lpstr>
      <vt:lpstr>等线 Light</vt:lpstr>
      <vt:lpstr>微软雅黑</vt:lpstr>
      <vt:lpstr>Arial</vt:lpstr>
      <vt:lpstr>封面和封底</vt:lpstr>
      <vt:lpstr>正文页-三选一</vt:lpstr>
      <vt:lpstr>章节页</vt:lpstr>
      <vt:lpstr>1_正文页-三选一</vt:lpstr>
      <vt:lpstr>1_封面和封底</vt:lpstr>
      <vt:lpstr>2_正文页-三选一</vt:lpstr>
      <vt:lpstr>3_正文页-三选一</vt:lpstr>
      <vt:lpstr>1_章节页</vt:lpstr>
      <vt:lpstr>Unstructured quad mesh To high order structured block mesh</vt:lpstr>
      <vt:lpstr>1. 非结构四边形网格</vt:lpstr>
      <vt:lpstr>1. 非结构四边形网格</vt:lpstr>
      <vt:lpstr>1. 非结构四边形网格</vt:lpstr>
      <vt:lpstr>2. T-Mesh构建</vt:lpstr>
      <vt:lpstr>2. T-Mesh构建</vt:lpstr>
      <vt:lpstr>2. T-Mesh构建</vt:lpstr>
      <vt:lpstr>3. 拓扑简化</vt:lpstr>
      <vt:lpstr>3. 拓扑简化</vt:lpstr>
      <vt:lpstr>3. 拓扑简化</vt:lpstr>
      <vt:lpstr>3. 拓扑简化</vt:lpstr>
      <vt:lpstr>3. 拓扑简化</vt:lpstr>
      <vt:lpstr>3. 拓扑简化</vt:lpstr>
      <vt:lpstr>3. 拓扑简化</vt:lpstr>
      <vt:lpstr>3. 拓扑简化</vt:lpstr>
      <vt:lpstr>3. 拓扑简化</vt:lpstr>
      <vt:lpstr>3. 拓扑简化</vt:lpstr>
      <vt:lpstr>3. 拓扑简化</vt:lpstr>
      <vt:lpstr>3. 拓扑简化</vt:lpstr>
      <vt:lpstr>3. 拓扑简化</vt:lpstr>
      <vt:lpstr>4. 构建high-order structured block</vt:lpstr>
      <vt:lpstr>4. 构建high-order structured block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C-Grid进展汇报</dc:title>
  <dc:creator>Lenovo</dc:creator>
  <cp:lastModifiedBy>jia wu</cp:lastModifiedBy>
  <cp:revision>682</cp:revision>
  <dcterms:created xsi:type="dcterms:W3CDTF">2023-01-11T01:08:00Z</dcterms:created>
  <dcterms:modified xsi:type="dcterms:W3CDTF">2024-12-31T07:51:04Z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D53186EED3BB4285BF3CF39ED1A6ED5A_13</vt:lpwstr>
  </property>
  <property fmtid="{D5CDD505-2E9C-101B-9397-08002B2CF9AE}" pid="3" name="KSOProductBuildVer">
    <vt:lpwstr>2052-12.1.0.19302</vt:lpwstr>
  </property>
</Properties>
</file>