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65" r:id="rId4"/>
    <p:sldMasterId id="2147483672" r:id="rId5"/>
  </p:sldMasterIdLst>
  <p:notesMasterIdLst>
    <p:notesMasterId r:id="rId10"/>
  </p:notesMasterIdLst>
  <p:sldIdLst>
    <p:sldId id="11088639" r:id="rId6"/>
    <p:sldId id="11088680" r:id="rId7"/>
    <p:sldId id="11088678" r:id="rId8"/>
    <p:sldId id="11088679" r:id="rId9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64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ophie Liu" initials="SL" lastIdx="1" clrIdx="0"/>
  <p:cmAuthor id="1" name="熊 峰" initials="熊" lastIdx="1" clrIdx="0"/>
  <p:cmAuthor id="2" name="作者" initials="A" lastIdx="1" clrIdx="1"/>
  <p:cmAuthor id="3" name="Author" initials="A" lastIdx="0" clrIdx="2"/>
  <p:cmAuthor id="4" name="周 小明" initials="周" lastIdx="1" clrIdx="3"/>
  <p:cmAuthor id="5" name="78113" initials="7" lastIdx="1" clrIdx="4"/>
  <p:cmAuthor id="6" name="ming qiu" initials="m" lastIdx="17" clrIdx="1"/>
  <p:cmAuthor id="7" name="1206988966@qq.com" initials="1" lastIdx="1" clrIdx="2"/>
  <p:cmAuthor id="8" name="lipeng" initials="l" lastIdx="1" clrIdx="7"/>
  <p:cmAuthor id="9" name="leibo" initials="l" lastIdx="27" clrIdx="8"/>
  <p:cmAuthor id="10" name="Windows User" initials="DT" lastIdx="0" clrIdx="9"/>
  <p:cmAuthor id="17" name="李志军" initials="lzj" lastIdx="1" clrIdx="16"/>
  <p:cmAuthor id="18" name="lisa" initials="l" lastIdx="2" clrIdx="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65CD"/>
    <a:srgbClr val="4472C4"/>
    <a:srgbClr val="3EB199"/>
    <a:srgbClr val="FFFFFF"/>
    <a:srgbClr val="2882C5"/>
    <a:srgbClr val="000000"/>
    <a:srgbClr val="F9F9F9"/>
    <a:srgbClr val="DEE2F9"/>
    <a:srgbClr val="39A0D4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69" autoAdjust="0"/>
    <p:restoredTop sz="96238" autoAdjust="0"/>
  </p:normalViewPr>
  <p:slideViewPr>
    <p:cSldViewPr showGuides="1">
      <p:cViewPr varScale="1">
        <p:scale>
          <a:sx n="111" d="100"/>
          <a:sy n="111" d="100"/>
        </p:scale>
        <p:origin x="888" y="114"/>
      </p:cViewPr>
      <p:guideLst>
        <p:guide orient="horz" pos="2144"/>
        <p:guide pos="644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3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5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960A6-66F7-451D-853B-2079F3AF26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09A9D-F37A-40BB-80C1-FCD3B8BE03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对外演讲">
    <p:bg>
      <p:bgPr>
        <a:gradFill>
          <a:gsLst>
            <a:gs pos="65000">
              <a:srgbClr val="3A6CB6"/>
            </a:gs>
            <a:gs pos="88000">
              <a:srgbClr val="5DA3C6"/>
            </a:gs>
            <a:gs pos="75000">
              <a:srgbClr val="4B86BE"/>
            </a:gs>
            <a:gs pos="49000">
              <a:srgbClr val="2B54AF"/>
            </a:gs>
            <a:gs pos="100000">
              <a:srgbClr val="72C6D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0240" y="785019"/>
            <a:ext cx="8012430" cy="4062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150240" y="1340530"/>
            <a:ext cx="9767476" cy="553765"/>
          </a:xfrm>
          <a:prstGeom prst="rect">
            <a:avLst/>
          </a:prstGeom>
          <a:noFill/>
          <a:ln w="12700">
            <a:solidFill>
              <a:schemeClr val="bg1">
                <a:alpha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150240" y="1495546"/>
            <a:ext cx="9767476" cy="24373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单击此处编辑副标题 微软雅黑</a:t>
            </a:r>
            <a:r>
              <a:rPr lang="en-US" altLang="zh-CN" dirty="0"/>
              <a:t>10</a:t>
            </a:r>
            <a:r>
              <a:rPr lang="zh-CN" altLang="en-US" dirty="0"/>
              <a:t>号 左右上下与虚线框居中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-推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826265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746296" y="6356350"/>
            <a:ext cx="607503" cy="365125"/>
          </a:xfrm>
          <a:prstGeom prst="rect">
            <a:avLst/>
          </a:prstGeom>
        </p:spPr>
        <p:txBody>
          <a:bodyPr/>
          <a:lstStyle/>
          <a:p>
            <a:fld id="{3520C0EE-62C7-45CD-8BF1-379C67A7A28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92921" y="207084"/>
            <a:ext cx="9309807" cy="41209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851" y="278769"/>
            <a:ext cx="1723459" cy="24915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2136321" y="6496050"/>
            <a:ext cx="6599692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1341100" y="6496050"/>
            <a:ext cx="850900" cy="360000"/>
          </a:xfrm>
          <a:prstGeom prst="rect">
            <a:avLst/>
          </a:prstGeom>
          <a:solidFill>
            <a:srgbClr val="2488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文本框 32"/>
          <p:cNvSpPr txBox="1">
            <a:spLocks noChangeArrowheads="1"/>
          </p:cNvSpPr>
          <p:nvPr userDrawn="1"/>
        </p:nvSpPr>
        <p:spPr bwMode="auto">
          <a:xfrm>
            <a:off x="8736013" y="6527800"/>
            <a:ext cx="24511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/>
            <a:r>
              <a:rPr lang="zh-CN" altLang="en-US" sz="12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全面 </a:t>
            </a:r>
            <a:r>
              <a:rPr lang="en-US" altLang="zh-CN" sz="12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| </a:t>
            </a:r>
            <a:r>
              <a:rPr lang="zh-CN" altLang="en-US" sz="12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专业 </a:t>
            </a:r>
            <a:r>
              <a:rPr lang="en-US" altLang="zh-CN" sz="12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| </a:t>
            </a:r>
            <a:r>
              <a:rPr lang="zh-CN" altLang="en-US" sz="12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便捷 </a:t>
            </a:r>
            <a:r>
              <a:rPr lang="en-US" altLang="zh-CN" sz="12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| </a:t>
            </a:r>
            <a:r>
              <a:rPr lang="zh-CN" altLang="en-US" sz="12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精准 </a:t>
            </a:r>
            <a:r>
              <a:rPr lang="en-US" altLang="zh-CN" sz="12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| </a:t>
            </a:r>
            <a:r>
              <a:rPr lang="zh-CN" altLang="en-US" sz="12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高效</a:t>
            </a:r>
            <a:endParaRPr lang="zh-CN" altLang="en-US" sz="12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TextBox 10"/>
          <p:cNvSpPr txBox="1">
            <a:spLocks noChangeArrowheads="1"/>
          </p:cNvSpPr>
          <p:nvPr userDrawn="1"/>
        </p:nvSpPr>
        <p:spPr bwMode="auto">
          <a:xfrm>
            <a:off x="11556000" y="6503988"/>
            <a:ext cx="46679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noAutofit/>
          </a:bodyPr>
          <a:lstStyle/>
          <a:p>
            <a:pPr algn="ctr"/>
            <a:fld id="{CC69E377-9151-426B-82BD-989227CA7D89}" type="slidenum">
              <a:rPr lang="zh-CN" altLang="en-US" sz="1600" b="0">
                <a:solidFill>
                  <a:schemeClr val="bg1"/>
                </a:solidFill>
                <a:latin typeface="微软雅黑" panose="020B0503020204020204" pitchFamily="34" charset="-122"/>
              </a:rPr>
            </a:fld>
            <a:endParaRPr lang="zh-CN" altLang="en-US" sz="1600" b="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10"/>
          <p:cNvGrpSpPr/>
          <p:nvPr userDrawn="1"/>
        </p:nvGrpSpPr>
        <p:grpSpPr bwMode="auto">
          <a:xfrm>
            <a:off x="0" y="0"/>
            <a:ext cx="648223" cy="648043"/>
            <a:chOff x="0" y="0"/>
            <a:chExt cx="1020" cy="944"/>
          </a:xfrm>
        </p:grpSpPr>
        <p:sp>
          <p:nvSpPr>
            <p:cNvPr id="9" name="矩形 8"/>
            <p:cNvSpPr/>
            <p:nvPr userDrawn="1"/>
          </p:nvSpPr>
          <p:spPr>
            <a:xfrm>
              <a:off x="0" y="0"/>
              <a:ext cx="623" cy="577"/>
            </a:xfrm>
            <a:prstGeom prst="rect">
              <a:avLst/>
            </a:prstGeom>
            <a:solidFill>
              <a:srgbClr val="248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 flipV="1">
              <a:off x="623" y="577"/>
              <a:ext cx="397" cy="367"/>
            </a:xfrm>
            <a:prstGeom prst="rect">
              <a:avLst/>
            </a:prstGeom>
            <a:solidFill>
              <a:srgbClr val="3EB1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62" y="6541333"/>
            <a:ext cx="1723459" cy="249158"/>
          </a:xfrm>
          <a:prstGeom prst="rect">
            <a:avLst/>
          </a:prstGeom>
        </p:spPr>
      </p:pic>
      <p:sp>
        <p:nvSpPr>
          <p:cNvPr id="14" name="标题 8"/>
          <p:cNvSpPr>
            <a:spLocks noGrp="1"/>
          </p:cNvSpPr>
          <p:nvPr>
            <p:ph type="title"/>
          </p:nvPr>
        </p:nvSpPr>
        <p:spPr>
          <a:xfrm>
            <a:off x="774000" y="361078"/>
            <a:ext cx="10818000" cy="396104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>
              <a:defRPr sz="2400" b="1" kern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136321" y="6576022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371598" y="720000"/>
            <a:ext cx="9502219" cy="57503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ctr">
              <a:lnSpc>
                <a:spcPct val="100000"/>
              </a:lnSpc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03315" y="1440000"/>
            <a:ext cx="11038787" cy="738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598" y="720000"/>
            <a:ext cx="9502219" cy="57503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ctr">
              <a:lnSpc>
                <a:spcPct val="100000"/>
              </a:lnSpc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对外演讲">
    <p:bg>
      <p:bgPr>
        <a:gradFill>
          <a:gsLst>
            <a:gs pos="65000">
              <a:srgbClr val="3A6CB6"/>
            </a:gs>
            <a:gs pos="88000">
              <a:srgbClr val="5DA3C6"/>
            </a:gs>
            <a:gs pos="75000">
              <a:srgbClr val="4B86BE"/>
            </a:gs>
            <a:gs pos="49000">
              <a:srgbClr val="2B54AF"/>
            </a:gs>
            <a:gs pos="100000">
              <a:srgbClr val="72C6D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0240" y="785019"/>
            <a:ext cx="8012430" cy="4062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子电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1932596"/>
            <a:ext cx="6593898" cy="3296949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64000">
                <a:srgbClr val="4984BD">
                  <a:alpha val="88000"/>
                </a:srgbClr>
              </a:gs>
              <a:gs pos="50450">
                <a:srgbClr val="396AB5">
                  <a:alpha val="91000"/>
                </a:srgbClr>
              </a:gs>
              <a:gs pos="3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  <a:endParaRPr dirty="0"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航空航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17348" y="2004272"/>
            <a:ext cx="5978652" cy="2006192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64000">
                <a:srgbClr val="4984BD">
                  <a:alpha val="88000"/>
                </a:srgbClr>
              </a:gs>
              <a:gs pos="50450">
                <a:srgbClr val="396AB5">
                  <a:alpha val="91000"/>
                </a:srgbClr>
              </a:gs>
              <a:gs pos="3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  <a:endParaRPr dirty="0"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能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1921509"/>
            <a:ext cx="10191629" cy="3308037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7052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73000"/>
                </a:srgbClr>
              </a:gs>
              <a:gs pos="30000">
                <a:srgbClr val="2B54AF">
                  <a:alpha val="43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  <a:endParaRPr dirty="0">
              <a:sym typeface="+mn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工程制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1932597"/>
            <a:ext cx="9332095" cy="3296950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73000"/>
                </a:srgbClr>
              </a:gs>
              <a:gs pos="30000">
                <a:srgbClr val="2B54AF">
                  <a:alpha val="43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汽车交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1932597"/>
            <a:ext cx="9472773" cy="3296949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82000"/>
                </a:srgbClr>
              </a:gs>
              <a:gs pos="2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  <a:endParaRPr dirty="0"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船舶海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1932596"/>
            <a:ext cx="9728550" cy="3296949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82000"/>
                </a:srgbClr>
              </a:gs>
              <a:gs pos="2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  <a:endParaRPr dirty="0"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对内汇报-推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826265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746296" y="6356350"/>
            <a:ext cx="607503" cy="365125"/>
          </a:xfrm>
          <a:prstGeom prst="rect">
            <a:avLst/>
          </a:prstGeom>
        </p:spPr>
        <p:txBody>
          <a:bodyPr/>
          <a:lstStyle/>
          <a:p>
            <a:fld id="{3520C0EE-62C7-45CD-8BF1-379C67A7A28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92921" y="207084"/>
            <a:ext cx="9309807" cy="41209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851" y="278769"/>
            <a:ext cx="1723459" cy="24915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对外演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email">
            <a:biLevel thresh="25000"/>
          </a:blip>
          <a:stretch>
            <a:fillRect/>
          </a:stretch>
        </p:blipFill>
        <p:spPr>
          <a:xfrm>
            <a:off x="10520979" y="227322"/>
            <a:ext cx="1436133" cy="207620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16540" y="109331"/>
            <a:ext cx="10118377" cy="40206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单击此处编辑标题，微软雅黑，</a:t>
            </a:r>
            <a:r>
              <a:rPr lang="en-US" altLang="zh-CN" dirty="0"/>
              <a:t>28</a:t>
            </a:r>
            <a:r>
              <a:rPr lang="zh-CN" altLang="en-US" dirty="0"/>
              <a:t>号，加粗</a:t>
            </a:r>
            <a:endParaRPr lang="zh-CN" altLang="en-US" dirty="0"/>
          </a:p>
        </p:txBody>
      </p:sp>
      <p:sp>
        <p:nvSpPr>
          <p:cNvPr id="2" name="文本占位符 13"/>
          <p:cNvSpPr>
            <a:spLocks noGrp="1"/>
          </p:cNvSpPr>
          <p:nvPr>
            <p:ph type="body" sz="quarter" idx="27"/>
          </p:nvPr>
        </p:nvSpPr>
        <p:spPr>
          <a:xfrm>
            <a:off x="315913" y="785813"/>
            <a:ext cx="11522075" cy="6477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gradFill>
          <a:gsLst>
            <a:gs pos="65000">
              <a:srgbClr val="3A6CB6"/>
            </a:gs>
            <a:gs pos="88000">
              <a:srgbClr val="5DA3C6"/>
            </a:gs>
            <a:gs pos="75000">
              <a:srgbClr val="4B86BE"/>
            </a:gs>
            <a:gs pos="49000">
              <a:srgbClr val="2B54AF"/>
            </a:gs>
            <a:gs pos="100000">
              <a:srgbClr val="72C6D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1927299"/>
            <a:ext cx="10515600" cy="9998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十沣科技</a:t>
            </a:r>
            <a:r>
              <a:rPr lang="en-US" altLang="zh-CN" dirty="0"/>
              <a:t>PPT</a:t>
            </a:r>
            <a:r>
              <a:rPr lang="zh-CN" altLang="en-US" dirty="0"/>
              <a:t>标题页模板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693682" y="3067075"/>
            <a:ext cx="9144000" cy="3619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r>
              <a:rPr lang="en-US" altLang="zh-CN" dirty="0"/>
              <a:t>/</a:t>
            </a:r>
            <a:r>
              <a:rPr lang="zh-CN" altLang="en-US" dirty="0"/>
              <a:t>作者</a:t>
            </a:r>
            <a:r>
              <a:rPr lang="en-US" altLang="zh-CN" dirty="0"/>
              <a:t>/</a:t>
            </a:r>
            <a:r>
              <a:rPr lang="zh-CN" altLang="en-US" dirty="0"/>
              <a:t>日期等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296706" y="6309320"/>
            <a:ext cx="9937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件涉及的知识产权及商业信息均为深圳十沣科技有限公司所有，未经深圳十沣科技有限公司同意，任何主体不得将本文件用作其他用途，亦不得使用、公开或向第三方披露本文件以及本文件涉及的知识产权、商业信息等，否则深圳十沣科技有限公司有权追究侵权方的相关责任。</a:t>
            </a:r>
            <a:endParaRPr lang="zh-CN" altLang="en-US" sz="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936543" y="958805"/>
            <a:ext cx="4658275" cy="587460"/>
            <a:chOff x="4079776" y="856584"/>
            <a:chExt cx="4658275" cy="58746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9776" y="967466"/>
              <a:ext cx="1723459" cy="249158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79976" y="856584"/>
              <a:ext cx="2858075" cy="587460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 userDrawn="1"/>
          </p:nvCxnSpPr>
          <p:spPr>
            <a:xfrm>
              <a:off x="5951984" y="944211"/>
              <a:ext cx="0" cy="32116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gradFill>
          <a:gsLst>
            <a:gs pos="65000">
              <a:srgbClr val="3A6CB6"/>
            </a:gs>
            <a:gs pos="88000">
              <a:srgbClr val="5DA3C6"/>
            </a:gs>
            <a:gs pos="75000">
              <a:srgbClr val="4B86BE"/>
            </a:gs>
            <a:gs pos="49000">
              <a:srgbClr val="2B54AF"/>
            </a:gs>
            <a:gs pos="100000">
              <a:srgbClr val="72C6D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399806" y="2830821"/>
            <a:ext cx="10873208" cy="91725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演讲主题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99806" y="4548849"/>
            <a:ext cx="9144000" cy="3619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演讲者姓名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400302" y="5022332"/>
            <a:ext cx="9144000" cy="361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演讲者职位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2100370"/>
            <a:ext cx="1723459" cy="2491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1989488"/>
            <a:ext cx="2858075" cy="587460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2423592" y="2077115"/>
            <a:ext cx="0" cy="32116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">
    <p:bg>
      <p:bgPr>
        <a:gradFill>
          <a:gsLst>
            <a:gs pos="65000">
              <a:srgbClr val="3A6CB6"/>
            </a:gs>
            <a:gs pos="88000">
              <a:srgbClr val="5DA3C6"/>
            </a:gs>
            <a:gs pos="75000">
              <a:srgbClr val="4B86BE"/>
            </a:gs>
            <a:gs pos="49000">
              <a:srgbClr val="2B54AF"/>
            </a:gs>
            <a:gs pos="100000">
              <a:srgbClr val="72C6D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922320" y="2830821"/>
            <a:ext cx="10873208" cy="91725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演讲主题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22320" y="4548849"/>
            <a:ext cx="9144000" cy="3619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演讲者姓名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922816" y="5022332"/>
            <a:ext cx="9144000" cy="361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演讲者职位</a:t>
            </a:r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296706" y="6309320"/>
            <a:ext cx="9937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件涉及的知识产权及商业信息均为深圳十沣科技有限公司所有，未经深圳十沣科技有限公司同意，任何主体不得将本文件用作其他用途，亦不得使用、公开或向第三方披露本文件以及本文件涉及的知识产权、商业信息等，否则深圳十沣科技有限公司有权追究侵权方的相关责任。</a:t>
            </a:r>
            <a:endParaRPr lang="zh-CN" altLang="en-US" sz="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gradFill>
          <a:gsLst>
            <a:gs pos="65000">
              <a:srgbClr val="3A6CB6"/>
            </a:gs>
            <a:gs pos="88000">
              <a:srgbClr val="5DA3C6"/>
            </a:gs>
            <a:gs pos="75000">
              <a:srgbClr val="4B86BE"/>
            </a:gs>
            <a:gs pos="49000">
              <a:srgbClr val="2B54AF"/>
            </a:gs>
            <a:gs pos="100000">
              <a:srgbClr val="72C6D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 userDrawn="1"/>
        </p:nvSpPr>
        <p:spPr>
          <a:xfrm>
            <a:off x="2706673" y="2275652"/>
            <a:ext cx="6778654" cy="881067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期待关注和合作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4239864" y="3783412"/>
            <a:ext cx="7227372" cy="1350867"/>
            <a:chOff x="3160542" y="3761188"/>
            <a:chExt cx="8086521" cy="151145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0542" y="3877921"/>
              <a:ext cx="1394717" cy="1394717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837578" y="3761188"/>
              <a:ext cx="6409485" cy="1443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www.tenfong.cn</a:t>
              </a:r>
              <a:endPara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电话：0755-86961672</a:t>
              </a: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邮箱：info@tenfong.cn</a:t>
              </a:r>
              <a:endPara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bg>
      <p:bgPr>
        <a:gradFill>
          <a:gsLst>
            <a:gs pos="65000">
              <a:srgbClr val="3A6CB6"/>
            </a:gs>
            <a:gs pos="88000">
              <a:srgbClr val="5DA3C6"/>
            </a:gs>
            <a:gs pos="75000">
              <a:srgbClr val="4B86BE"/>
            </a:gs>
            <a:gs pos="49000">
              <a:srgbClr val="2B54AF"/>
            </a:gs>
            <a:gs pos="100000">
              <a:srgbClr val="72C6D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 userDrawn="1"/>
        </p:nvSpPr>
        <p:spPr>
          <a:xfrm>
            <a:off x="2706673" y="2883963"/>
            <a:ext cx="6778654" cy="881067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9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 谢</a:t>
            </a:r>
            <a:endParaRPr lang="zh-CN" altLang="en-US" sz="9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电子电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1932596"/>
            <a:ext cx="6593898" cy="3296949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64000">
                <a:srgbClr val="4984BD">
                  <a:alpha val="88000"/>
                </a:srgbClr>
              </a:gs>
              <a:gs pos="50450">
                <a:srgbClr val="396AB5">
                  <a:alpha val="91000"/>
                </a:srgbClr>
              </a:gs>
              <a:gs pos="3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  <a:endParaRPr dirty="0"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  <a:endParaRPr lang="zh-CN" altLang="en-US" sz="7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-推荐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25500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36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25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92921" y="207084"/>
            <a:ext cx="9309807" cy="41209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745788" y="6356350"/>
            <a:ext cx="608013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外演讲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3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60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0240" y="785019"/>
            <a:ext cx="8012430" cy="4062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851693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2549655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2549654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/>
          <p:nvPr/>
        </p:nvSpPr>
        <p:spPr>
          <a:xfrm>
            <a:off x="2136775" y="6496050"/>
            <a:ext cx="6599238" cy="360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11341100" y="6496050"/>
            <a:ext cx="850900" cy="360363"/>
          </a:xfrm>
          <a:prstGeom prst="rect">
            <a:avLst/>
          </a:prstGeom>
          <a:solidFill>
            <a:srgbClr val="2488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32"/>
          <p:cNvSpPr txBox="1">
            <a:spLocks noChangeArrowheads="1"/>
          </p:cNvSpPr>
          <p:nvPr/>
        </p:nvSpPr>
        <p:spPr bwMode="auto">
          <a:xfrm>
            <a:off x="8736013" y="6527800"/>
            <a:ext cx="24511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全面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专业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便捷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精准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高效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11555413" y="6503988"/>
            <a:ext cx="466725" cy="3603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lvl="0" algn="ctr">
              <a:buNone/>
            </a:pPr>
            <a:fld id="{9A0DB2DC-4C9A-4742-B13C-FB6460FD3503}" type="slidenum"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287" name="组合 25"/>
          <p:cNvGrpSpPr/>
          <p:nvPr userDrawn="1"/>
        </p:nvGrpSpPr>
        <p:grpSpPr>
          <a:xfrm>
            <a:off x="0" y="0"/>
            <a:ext cx="647700" cy="647700"/>
            <a:chOff x="0" y="0"/>
            <a:chExt cx="1020" cy="944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623" cy="576"/>
            </a:xfrm>
            <a:prstGeom prst="rect">
              <a:avLst/>
            </a:prstGeom>
            <a:solidFill>
              <a:srgbClr val="248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623" y="576"/>
              <a:ext cx="397" cy="368"/>
            </a:xfrm>
            <a:prstGeom prst="rect">
              <a:avLst/>
            </a:prstGeom>
            <a:solidFill>
              <a:srgbClr val="3EB1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11288" name="图片 3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438" y="6542088"/>
            <a:ext cx="1722437" cy="24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文本框 31"/>
          <p:cNvSpPr txBox="1">
            <a:spLocks noChangeArrowheads="1"/>
          </p:cNvSpPr>
          <p:nvPr/>
        </p:nvSpPr>
        <p:spPr bwMode="auto">
          <a:xfrm>
            <a:off x="2136775" y="6575425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8"/>
          <p:cNvSpPr>
            <a:spLocks noGrp="1"/>
          </p:cNvSpPr>
          <p:nvPr>
            <p:ph type="title"/>
          </p:nvPr>
        </p:nvSpPr>
        <p:spPr>
          <a:xfrm>
            <a:off x="774000" y="361078"/>
            <a:ext cx="10818000" cy="396104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>
              <a:defRPr sz="2400" b="1" kern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2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-866640"/>
            <a:ext cx="460731" cy="453051"/>
          </a:xfrm>
          <a:prstGeom prst="rect">
            <a:avLst/>
          </a:prstGeom>
          <a:solidFill>
            <a:srgbClr val="346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976703" y="-866640"/>
            <a:ext cx="360906" cy="453051"/>
          </a:xfrm>
          <a:prstGeom prst="rect">
            <a:avLst/>
          </a:prstGeom>
          <a:solidFill>
            <a:srgbClr val="3EB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20881" y="-866640"/>
            <a:ext cx="1137748" cy="153577"/>
          </a:xfrm>
          <a:prstGeom prst="rect">
            <a:avLst/>
          </a:prstGeom>
          <a:gradFill>
            <a:gsLst>
              <a:gs pos="0">
                <a:srgbClr val="3465CD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520881" y="-655339"/>
            <a:ext cx="208609" cy="241749"/>
          </a:xfrm>
          <a:prstGeom prst="rect">
            <a:avLst/>
          </a:prstGeom>
          <a:solidFill>
            <a:srgbClr val="3465C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15877" y="-653966"/>
            <a:ext cx="208609" cy="241749"/>
          </a:xfrm>
          <a:prstGeom prst="rect">
            <a:avLst/>
          </a:prstGeom>
          <a:solidFill>
            <a:srgbClr val="3465C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1130069" y="-655339"/>
            <a:ext cx="208609" cy="241749"/>
          </a:xfrm>
          <a:prstGeom prst="rect">
            <a:avLst/>
          </a:prstGeom>
          <a:solidFill>
            <a:srgbClr val="3465C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446502" y="-659045"/>
            <a:ext cx="208609" cy="241749"/>
          </a:xfrm>
          <a:prstGeom prst="rect">
            <a:avLst/>
          </a:prstGeom>
          <a:solidFill>
            <a:srgbClr val="3465C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2429114" y="-655339"/>
            <a:ext cx="208609" cy="241749"/>
          </a:xfrm>
          <a:prstGeom prst="rect">
            <a:avLst/>
          </a:prstGeom>
          <a:solidFill>
            <a:srgbClr val="3EB19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724110" y="-653966"/>
            <a:ext cx="208609" cy="241749"/>
          </a:xfrm>
          <a:prstGeom prst="rect">
            <a:avLst/>
          </a:prstGeom>
          <a:solidFill>
            <a:srgbClr val="3EB19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3038302" y="-655339"/>
            <a:ext cx="208609" cy="241749"/>
          </a:xfrm>
          <a:prstGeom prst="rect">
            <a:avLst/>
          </a:prstGeom>
          <a:solidFill>
            <a:srgbClr val="3EB1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3354735" y="-659045"/>
            <a:ext cx="208609" cy="241749"/>
          </a:xfrm>
          <a:prstGeom prst="rect">
            <a:avLst/>
          </a:prstGeom>
          <a:solidFill>
            <a:srgbClr val="3EB199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2447192" y="-863281"/>
            <a:ext cx="1137748" cy="153577"/>
          </a:xfrm>
          <a:prstGeom prst="rect">
            <a:avLst/>
          </a:prstGeom>
          <a:gradFill>
            <a:gsLst>
              <a:gs pos="0">
                <a:srgbClr val="3EB199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4403818" y="-864577"/>
            <a:ext cx="327913" cy="447281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 userDrawn="1"/>
        </p:nvSpPr>
        <p:spPr>
          <a:xfrm>
            <a:off x="4842470" y="-864577"/>
            <a:ext cx="327913" cy="447281"/>
          </a:xfrm>
          <a:prstGeom prst="rect">
            <a:avLst/>
          </a:prstGeom>
          <a:solidFill>
            <a:srgbClr val="1EC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5270440" y="-866640"/>
            <a:ext cx="327913" cy="447281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59895" y="-121714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企业标准色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4294886" y="-121714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其他可选色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9" cstate="email"/>
          <a:stretch>
            <a:fillRect/>
          </a:stretch>
        </p:blipFill>
        <p:spPr>
          <a:xfrm>
            <a:off x="455274" y="360408"/>
            <a:ext cx="2058384" cy="2975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0" cstate="email"/>
          <a:stretch>
            <a:fillRect/>
          </a:stretch>
        </p:blipFill>
        <p:spPr>
          <a:xfrm>
            <a:off x="9575683" y="348614"/>
            <a:ext cx="2161043" cy="2659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65000">
              <a:srgbClr val="3A6CB6"/>
            </a:gs>
            <a:gs pos="88000">
              <a:srgbClr val="5DA3C6"/>
            </a:gs>
            <a:gs pos="75000">
              <a:srgbClr val="4B86BE"/>
            </a:gs>
            <a:gs pos="49000">
              <a:srgbClr val="2B54AF"/>
            </a:gs>
            <a:gs pos="100000">
              <a:srgbClr val="72C6D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866775"/>
            <a:ext cx="460375" cy="452438"/>
          </a:xfrm>
          <a:prstGeom prst="rect">
            <a:avLst/>
          </a:prstGeom>
          <a:solidFill>
            <a:srgbClr val="346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76438" y="-866775"/>
            <a:ext cx="361950" cy="452438"/>
          </a:xfrm>
          <a:prstGeom prst="rect">
            <a:avLst/>
          </a:prstGeom>
          <a:solidFill>
            <a:srgbClr val="3EB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0700" y="-866775"/>
            <a:ext cx="1138238" cy="153988"/>
          </a:xfrm>
          <a:prstGeom prst="rect">
            <a:avLst/>
          </a:prstGeom>
          <a:gradFill>
            <a:gsLst>
              <a:gs pos="0">
                <a:srgbClr val="3465CD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700" y="-655637"/>
            <a:ext cx="209550" cy="241300"/>
          </a:xfrm>
          <a:prstGeom prst="rect">
            <a:avLst/>
          </a:prstGeom>
          <a:solidFill>
            <a:srgbClr val="3465C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5975" y="-654050"/>
            <a:ext cx="207963" cy="241300"/>
          </a:xfrm>
          <a:prstGeom prst="rect">
            <a:avLst/>
          </a:prstGeom>
          <a:solidFill>
            <a:srgbClr val="3465C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30300" y="-655637"/>
            <a:ext cx="207963" cy="241300"/>
          </a:xfrm>
          <a:prstGeom prst="rect">
            <a:avLst/>
          </a:prstGeom>
          <a:solidFill>
            <a:srgbClr val="3465C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46213" y="-658812"/>
            <a:ext cx="209550" cy="241300"/>
          </a:xfrm>
          <a:prstGeom prst="rect">
            <a:avLst/>
          </a:prstGeom>
          <a:solidFill>
            <a:srgbClr val="3465C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28875" y="-655637"/>
            <a:ext cx="209550" cy="241300"/>
          </a:xfrm>
          <a:prstGeom prst="rect">
            <a:avLst/>
          </a:prstGeom>
          <a:solidFill>
            <a:srgbClr val="3EB19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24150" y="-654050"/>
            <a:ext cx="207963" cy="241300"/>
          </a:xfrm>
          <a:prstGeom prst="rect">
            <a:avLst/>
          </a:prstGeom>
          <a:solidFill>
            <a:srgbClr val="3EB19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38475" y="-655637"/>
            <a:ext cx="207963" cy="241300"/>
          </a:xfrm>
          <a:prstGeom prst="rect">
            <a:avLst/>
          </a:prstGeom>
          <a:solidFill>
            <a:srgbClr val="3EB1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354388" y="-658812"/>
            <a:ext cx="209550" cy="241300"/>
          </a:xfrm>
          <a:prstGeom prst="rect">
            <a:avLst/>
          </a:prstGeom>
          <a:solidFill>
            <a:srgbClr val="3EB199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47925" y="-863600"/>
            <a:ext cx="1136650" cy="153988"/>
          </a:xfrm>
          <a:prstGeom prst="rect">
            <a:avLst/>
          </a:prstGeom>
          <a:gradFill>
            <a:gsLst>
              <a:gs pos="0">
                <a:srgbClr val="3EB199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03725" y="-865187"/>
            <a:ext cx="328613" cy="447675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841875" y="-865187"/>
            <a:ext cx="328613" cy="447675"/>
          </a:xfrm>
          <a:prstGeom prst="rect">
            <a:avLst/>
          </a:prstGeom>
          <a:solidFill>
            <a:srgbClr val="1EC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70500" y="-866775"/>
            <a:ext cx="328613" cy="447675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65" name="文本框 21"/>
          <p:cNvSpPr txBox="1">
            <a:spLocks noChangeArrowheads="1"/>
          </p:cNvSpPr>
          <p:nvPr/>
        </p:nvSpPr>
        <p:spPr bwMode="auto">
          <a:xfrm>
            <a:off x="-60325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企业标准色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66" name="文本框 22"/>
          <p:cNvSpPr txBox="1">
            <a:spLocks noChangeArrowheads="1"/>
          </p:cNvSpPr>
          <p:nvPr/>
        </p:nvSpPr>
        <p:spPr bwMode="auto">
          <a:xfrm>
            <a:off x="4294188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其他可选色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1.QMesh</a:t>
            </a:r>
            <a:r>
              <a:rPr lang="zh-CN" altLang="en-US" dirty="0"/>
              <a:t>拉伸边界层网格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6270" y="908685"/>
            <a:ext cx="2528570" cy="26441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" y="1412875"/>
            <a:ext cx="5114925" cy="25361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" y="4004945"/>
            <a:ext cx="6544945" cy="28295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385" y="4076700"/>
            <a:ext cx="3990340" cy="26523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2735" y="1066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面网格从</a:t>
            </a:r>
            <a:r>
              <a:rPr lang="en-US" altLang="zh-CN"/>
              <a:t>CAD</a:t>
            </a:r>
            <a:r>
              <a:rPr lang="zh-CN" altLang="en-US"/>
              <a:t>模型剖分获得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1.QMesh</a:t>
            </a:r>
            <a:r>
              <a:rPr lang="zh-CN" altLang="en-US" dirty="0"/>
              <a:t>拉伸边界层网格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2997200"/>
            <a:ext cx="3896995" cy="22999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775" y="908685"/>
            <a:ext cx="7782560" cy="27139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775" y="3789045"/>
            <a:ext cx="2854325" cy="28314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470" y="3789045"/>
            <a:ext cx="3969385" cy="28321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9380" y="1340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面网格从</a:t>
            </a:r>
            <a:r>
              <a:rPr lang="en-US" altLang="zh-CN"/>
              <a:t>CAD</a:t>
            </a:r>
            <a:r>
              <a:rPr lang="zh-CN" altLang="en-US"/>
              <a:t>模型剖分获得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2.QMesh</a:t>
            </a:r>
            <a:r>
              <a:rPr lang="zh-CN" altLang="en-US" dirty="0"/>
              <a:t>半模边界层网格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515" y="2276475"/>
            <a:ext cx="9109075" cy="28340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9380" y="1340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面网格从</a:t>
            </a:r>
            <a:r>
              <a:rPr lang="en-US" altLang="zh-CN"/>
              <a:t>CAD</a:t>
            </a:r>
            <a:r>
              <a:rPr lang="zh-CN" altLang="en-US"/>
              <a:t>模型剖分获得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3.QMesh</a:t>
            </a:r>
            <a:r>
              <a:rPr lang="zh-CN" altLang="en-US" dirty="0"/>
              <a:t>根据原有面网格生成边界层网格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19380" y="1340485"/>
            <a:ext cx="34531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可导入</a:t>
            </a:r>
            <a:r>
              <a:rPr lang="en-US" altLang="zh-CN"/>
              <a:t>stl</a:t>
            </a:r>
            <a:r>
              <a:rPr lang="zh-CN" altLang="en-US"/>
              <a:t>模型作为</a:t>
            </a:r>
            <a:r>
              <a:rPr lang="zh-CN" altLang="en-US">
                <a:sym typeface="+mn-ea"/>
              </a:rPr>
              <a:t>面网格，也可从</a:t>
            </a:r>
            <a:r>
              <a:rPr lang="en-US" altLang="zh-CN">
                <a:sym typeface="+mn-ea"/>
              </a:rPr>
              <a:t>CAD</a:t>
            </a:r>
            <a:r>
              <a:rPr lang="zh-CN" altLang="en-US">
                <a:sym typeface="+mn-ea"/>
              </a:rPr>
              <a:t>转零部件表面重剖分</a:t>
            </a:r>
            <a:endParaRPr lang="zh-CN" altLang="en-US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" y="2780665"/>
            <a:ext cx="3783330" cy="32073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995" y="2837180"/>
            <a:ext cx="4009390" cy="31883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280" y="2853055"/>
            <a:ext cx="4163060" cy="31349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34160" y="2277110"/>
            <a:ext cx="1097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面网格</a:t>
            </a:r>
            <a:endParaRPr lang="zh-CN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304155" y="2348865"/>
            <a:ext cx="1600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边界层网格</a:t>
            </a:r>
            <a:endParaRPr lang="zh-CN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64650" y="2404110"/>
            <a:ext cx="1097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局部网格</a:t>
            </a:r>
            <a:endParaRPr lang="zh-CN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COMMONDATA" val="eyJoZGlkIjoiOWM4YjU4NzgwMWVkMmY1ZWNjY2Y2NDVkODRmN2NiNWUifQ=="/>
</p:tagLst>
</file>

<file path=ppt/theme/theme1.xml><?xml version="1.0" encoding="utf-8"?>
<a:theme xmlns:a="http://schemas.openxmlformats.org/drawingml/2006/main" name="正文页-三选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章节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封面和封底">
  <a:themeElements>
    <a:clrScheme name="十沣配色">
      <a:dk1>
        <a:sysClr val="windowText" lastClr="000000"/>
      </a:dk1>
      <a:lt1>
        <a:sysClr val="window" lastClr="FFFFFF"/>
      </a:lt1>
      <a:dk2>
        <a:srgbClr val="3465CD"/>
      </a:dk2>
      <a:lt2>
        <a:srgbClr val="FFFFFF"/>
      </a:lt2>
      <a:accent1>
        <a:srgbClr val="3465CD"/>
      </a:accent1>
      <a:accent2>
        <a:srgbClr val="3EB199"/>
      </a:accent2>
      <a:accent3>
        <a:srgbClr val="00ACD8"/>
      </a:accent3>
      <a:accent4>
        <a:srgbClr val="1ECAD3"/>
      </a:accent4>
      <a:accent5>
        <a:srgbClr val="F5B335"/>
      </a:accent5>
      <a:accent6>
        <a:srgbClr val="92D050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正文页-三选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 marL="0" indent="0" algn="ctr">
          <a:lnSpc>
            <a:spcPct val="150000"/>
          </a:lnSpc>
          <a:buNone/>
          <a:defRPr sz="1200" dirty="0">
            <a:solidFill>
              <a:schemeClr val="bg1"/>
            </a:solidFill>
            <a:sym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WPS 演示</Application>
  <PresentationFormat>宽屏</PresentationFormat>
  <Paragraphs>22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等线</vt:lpstr>
      <vt:lpstr>等线 Light</vt:lpstr>
      <vt:lpstr>Times New Roman</vt:lpstr>
      <vt:lpstr>Arial Unicode MS</vt:lpstr>
      <vt:lpstr>Calibri</vt:lpstr>
      <vt:lpstr>Cambria Math</vt:lpstr>
      <vt:lpstr>正文页-三选一</vt:lpstr>
      <vt:lpstr>章节页</vt:lpstr>
      <vt:lpstr>1_封面和封底</vt:lpstr>
      <vt:lpstr>1_正文页-三选一</vt:lpstr>
      <vt:lpstr>demo1</vt:lpstr>
      <vt:lpstr>QMesh拉伸边界层网格</vt:lpstr>
      <vt:lpstr>QMesh拉伸边界层功能</vt:lpstr>
      <vt:lpstr>QMesh半模边界层网格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饱得打嗝</cp:lastModifiedBy>
  <cp:revision>320</cp:revision>
  <dcterms:created xsi:type="dcterms:W3CDTF">2022-07-27T01:23:00Z</dcterms:created>
  <dcterms:modified xsi:type="dcterms:W3CDTF">2025-03-14T08:22:52Z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167EAB88D5EC4BB49E16272BBEDF6E7D_13</vt:lpwstr>
  </property>
  <property fmtid="{D5CDD505-2E9C-101B-9397-08002B2CF9AE}" pid="3" name="KSOProductBuildVer">
    <vt:lpwstr>2052-12.1.0.20305</vt:lpwstr>
  </property>
</Properties>
</file>